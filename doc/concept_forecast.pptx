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1D1D1"/>
    <a:srgbClr val="62626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709"/>
  </p:normalViewPr>
  <p:slideViewPr>
    <p:cSldViewPr snapToGrid="0">
      <p:cViewPr varScale="1">
        <p:scale>
          <a:sx n="106" d="100"/>
          <a:sy n="106" d="100"/>
        </p:scale>
        <p:origin x="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7T10:00:40.885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1 120,'5'1,"1"0,-1-1,0 1,0 0,0 0,0 0,0 1,0-1,-1 1,6 1,9 3,222 52,-90-24,-21-4,41 5,-149-31,36 11,-38-10,0 0,24 4,107 23,-44-8,30 5,83 15,64-2,-215-31,-8-1,71 8,-14-6,102 8,-173-17,0 1,61 10,-59-8,-1 0,2-2,56 3,-71-5,1 1,58 8,-57-6,1 0,40 1,-38-4,-1 1,0 1,40 6,-5 0,126 7,-100-10,224 14,-188-10,-91-6,86 3,-13-7,-31 0,90 5,-117-3,78-1,22 1,1 9,-2 1,-78-9,281 7,-249-8,0 2,148 16,-202-16,78 5,63 7,-136-9,124 6,-3-1,-63-4,177 15,-263-20,46 2,-36 0,-3 0,273 13,31-8,4-11,-125-1,396 6,292-2,-516-4,-287 2,152-4,-210 0,69-10,37-3,19 6,174-12,-146-6,-146 19,1 1,67-5,232-15,-242 21,-1 2,151 3,22 0,-54-11,-135 6,109 0,-174 6,0-1,0 0,40-7,-37 5,0 0,57-1,7 4,-39 1,114-7,-57-4,-30 2,125-4,-136 12,0-3,152-16,-181 14,103-4,55 6,0-1,288-22,-8-22,-343 33,-83 10,80-13,-32 1,1 3,153-10,-236 22,-1 0,-1-1,0 0,0-1,50-13,-46 10,1 2,0 0,0 0,1 1,35-2,204-27,-45 4,-170 24,-1-2,71-14,-30 5,-72 13,0 0,-1 0,0-1,-1-1,0 0,20-8,-19 6,1 1,0 0,1 0,36-5,53-14,-32 3,123-24,-155 39,97-9,-46 6,-67 8,0 1,0 0,1 1,43 3,-4-1,40-1,134-1,-231 0,1 0,-1-1,0-1,0 0,27-5,22-5,-12 1,-43 9,-1 0,1 1,20-3,175-24,-189 27,-1 0,1 1,-1 0,1 1,0 0,18 1,16-1,677 0,-719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7T10:00:48.103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91,'14'0,"0"1,-1 0,27 4,2 0,72 6,119 13,32 13,82 8,-189-33,39 5,-43-4,-109-11,-1 2,0 0,54 10,-38-4,1-1,0-1,117 6,11 0,-153-10,1 0,-2 2,39 8,462 79,-449-80,121 13,-121-17,93 17,-11 2,3-5,213 16,-311-33,292 23,-54-5,29 3,-77-13,114 6,-3 14,-262-23,0-1,175 2,111 5,-301-12,146 0,28 0,432 18,-344-6,-8 0,192 2,-260-6,289 11,-133-18,-135-4,62 10,5 0,377-9,-431-4,28-10,-5 0,-301 11,83 0,208-12,187-25,-386 29,199-10,-205 15,143-15,132-16,-148 13,26-11,51-4,-211 29,-36 2,-1-1,141-20,446-101,-650 123,0-1,29-9,-43 12,0 1,-1-1,1 0,-1 0,0-1,0 1,0 0,-1-1,1 1,-1-1,0 1,-1-1,1 0,1-3,3-6,1 0,13-13,-16 19,51-58,-52 56,-4 7,0 0,1 1,-1-1,0 0,1 0,-1 0,1 1,0-1,-1 0,1 0,0 1,0-1,0 0,0 1,0-1,0 0,1 1,-1-1,0 1,1-1,-1 1,0-1,1 1,-1 0,1-1,0 1,-1 0,3-1,206-20,100 1,144-12,-339 21,133-22,-210 28,0 0,62-3,81 1,-110 5,6 0,1-3,-2-1,102-14,-141 14,2 1,-1 0,1 2,44-2,-8 3,-1-2,0-2,109-15,6 3,-27 4,-143 11,-1 0,1-1,-1 0,17-6,-15 5,1-1,36-5,-27 7,0-1,-1-1,0 0,33-10,-54 14,-1 0,1 0,0 1,0-1,0 1,0 0,13-1,62 0,-45 1,-16 0,0 0,29-3,-29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7T10:00:40.885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1 120,'6'1,"-2"0,2-1,-1 1,0 0,1 0,-2 0,2 1,-2-1,1 1,5 1,8 3,225 52,-91-24,-21-4,41 5,-149-31,35 11,-38-10,1 0,23 4,108 23,-44-8,29 5,85 15,64-2,-216-31,-10-1,73 8,-13-6,100 8,-172-17,0 1,60 10,-59-8,0 0,1-2,57 3,-71-5,0 1,58 8,-56-6,0 0,41 1,-40-4,2 1,-2 1,40 6,-5 0,128 7,-102-10,227 14,-191-10,-90-6,86 3,-14-7,-30 0,90 5,-118-3,80-1,21 1,1 9,-2 1,-78-9,282 7,-250-8,0 2,148 16,-202-16,78 5,64 7,-139-9,127 6,-3-1,-64-4,177 15,-264-20,48 2,-38 0,-3 0,274 13,32-8,5-11,-125-1,397 6,294-2,-519-4,-290 2,155-4,-213 0,69-10,38-3,20 6,174-12,-146-6,-148 19,1 1,68-5,234-15,-245 21,0 2,153 3,20 0,-53-11,-136 6,109 0,-175 6,1-1,-1 0,41-7,-38 5,-1 0,59-1,7 4,-39 1,114-7,-56-4,-33 2,127-4,-135 12,-1-3,152-16,-182 14,105-4,53 6,2-1,289-22,-7-22,-345 33,-85 10,81-13,-33 1,2 3,154-10,-238 22,-1 0,-1-1,1 0,-1-1,51-13,-48 10,2 2,1 0,-1 0,2 1,35-2,203-27,-42 4,-173 24,0-2,70-14,-29 5,-73 13,0 0,-1 0,0-1,0-1,-2 0,22-8,-19 6,0 1,0 0,1 0,36-5,54-14,-32 3,123-24,-155 39,96-9,-44 6,-69 8,0 1,1 0,-1 1,45 3,-5-1,41-1,135-1,-233 0,0 0,1-1,-1-1,0 0,27-5,23-5,-12 1,-45 9,1 0,0 1,21-3,175-24,-191 27,1 0,-1 1,1 0,0 1,0 0,19 1,15-1,682 0,-724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7T10:00:48.103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91,'14'0,"0"1,0 0,26 4,1 0,75 6,118 13,33 13,83 8,-191-33,39 5,-44-4,-108-11,-2 2,1 0,53 10,-37-4,0-1,1-1,117 6,11 0,-153-10,-1 0,0 2,39 8,465 79,-453-80,122 13,-121-17,94 17,-12 2,2-5,216 16,-313-33,294 23,-55-5,30 3,-80-13,117 6,-3 14,-265-23,2-1,174 2,113 5,-303-12,147 0,28 0,435 18,-347-6,-7 0,192 2,-261-6,291 11,-133-18,-137-4,62 10,5 0,381-9,-434-4,27-10,-5 0,-302 11,81 0,213-12,186-25,-388 29,200-10,-207 15,146-15,132-16,-149 13,25-11,53-4,-213 29,-37 2,0-1,141-20,450-101,-655 123,0-1,29-9,-43 12,1 1,-2-1,1 0,-1 0,-1-1,2 1,-2 0,1-1,-1 1,0-1,1 1,-2-1,0 0,3-3,2-6,1 0,13-13,-15 19,49-58,-51 56,-4 7,0 0,1 1,-1-1,0 0,1 0,-1 0,2 1,-2-1,1 0,0 0,0 1,0-1,-1 0,1 1,0-1,0 0,2 1,-2-1,0 1,0-1,0 1,1-1,0 1,-1 0,1-1,-1 1,1 0,2-1,206-20,103 1,145-12,-342 21,134-22,-213 28,1 0,63-3,82 1,-112 5,6 0,2-3,-2-1,102-14,-142 14,2 1,0 0,0 2,44-2,-7 3,-2-2,0-2,111-15,5 3,-26 4,-145 11,-1 0,1-1,-1 0,18-6,-16 5,1-1,36-5,-27 7,1-1,-2-1,-1 0,35-10,-55 14,0 0,0 0,0 1,0-1,0 1,0 0,13-1,62 0,-44 1,-17 0,1 0,27-3,-27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7T10:15:47.411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1 120,'5'1,"-1"0,1-1,0 1,-1 0,1 0,-1 0,1 1,-1-1,0 1,5 1,7 3,200 52,-81-24,-19-4,37 5,-133-31,32 11,-34-10,0 0,21 4,96 23,-39-8,26 5,75 15,57-2,-192-31,-8-1,64 8,-12-6,90 8,-154-17,1 1,53 10,-53-8,1 0,0-2,51 3,-63-5,0 1,52 8,-51-6,1 0,36 1,-35-4,1 1,-1 1,35 6,-4 0,113 7,-90-10,201 14,-169-10,-80-6,76 3,-12-7,-27 0,80 5,-104-3,70-1,19 1,1 9,-2 1,-69-9,250 7,-222-8,0 2,132 16,-180-16,70 5,56 7,-123-9,113 6,-3-1,-57-4,158 15,-235-20,42 2,-33 0,-3 0,244 13,28-8,4-11,-111-1,353 6,261-2,-461-4,-257 2,137-4,-189 0,62-10,33-3,18 6,154-12,-129-6,-132 19,1 1,61-5,207-15,-217 21,0 2,135 3,19 0,-48-11,-120 6,96 0,-155 6,1-1,-1 0,36-7,-33 5,-1 0,52-1,6 4,-34 1,101-7,-50-4,-29 2,113-4,-121 12,0-3,135-16,-161 14,92-4,48 6,1-1,257-22,-6-22,-307 33,-75 10,72-13,-29 1,1 3,137-10,-211 22,-1 0,-1-1,1 0,-1-1,45-13,-42 10,1 2,1 0,0 0,1 1,31-2,181-27,-38 4,-153 24,-1-2,63-14,-26 5,-65 13,0 0,0 0,-1-1,0-1,-1 0,19-8,-17 6,0 1,1 0,0 0,32-5,48-14,-29 3,110-24,-138 39,86-9,-40 6,-61 8,0 1,1 0,-1 1,40 3,-4-1,36-1,120-1,-207 0,0 0,1-1,-1-1,0 0,24-5,20-5,-10 1,-40 9,0 0,1 1,18-3,156-24,-170 27,1 0,-1 1,1 0,0 1,0 0,17 1,13-1,606 0,-643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7T10:15:47.418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91,'12'0,"1"1,-1 0,24 4,0 0,67 6,105 13,29 13,74 8,-170-33,35 5,-39-4,-96-11,-2 2,1 0,47 10,-33-4,0-1,1-1,104 6,10 0,-136-10,-1 0,0 2,34 8,414 79,-403-80,109 13,-108-17,83 17,-10 2,2-5,192 16,-279-33,262 23,-49-5,26 3,-70-13,103 6,-2 14,-236-23,2-1,155 2,100 5,-269-12,130 0,26 0,385 18,-307-6,-7 0,171 2,-232-6,258 11,-118-18,-121-4,55 10,4 0,338-9,-385-4,24-10,-4 0,-269 11,73 0,188-12,166-25,-345 29,178-10,-184 15,129-15,118-16,-133 13,23-11,47-4,-190 29,-32 2,0-1,125-20,399-101,-581 123,0-1,26-9,-39 12,1 1,-1-1,0 0,0 0,-1-1,1 1,-1 0,0-1,0 1,0-1,0 1,-1-1,0 0,2-3,2-6,1 0,12-13,-14 19,44-58,-45 56,-4 7,0 0,1 1,-1-1,0 0,1 0,-1 0,1 1,-1-1,1 0,0 0,0 1,0-1,-1 0,1 1,0-1,0 0,1 1,-1-1,0 1,0-1,0 1,1-1,-1 1,0 0,1-1,-1 1,1 0,1-1,184-20,91 1,128-12,-303 21,119-22,-189 28,1 0,56-3,72 1,-99 5,6 0,1-3,-2-1,91-14,-126 14,2 1,-1 0,1 2,39-2,-7 3,-1-2,0-2,98-15,5 3,-24 4,-128 11,-1 0,1-1,-1 0,16-6,-14 5,0-1,33-5,-24 7,0-1,-1-1,-1 0,31-10,-49 14,0 0,0 0,0 1,0-1,0 1,0 0,12-1,55 0,-40 1,-14 0,0 0,25-3,-25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7T10:00:40.885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1 120,'6'1,"-2"0,2-1,-1 1,0 0,1 0,-2 0,2 1,-2-1,1 1,5 1,8 3,225 52,-91-24,-21-4,41 5,-149-31,35 11,-38-10,1 0,23 4,108 23,-44-8,29 5,85 15,64-2,-216-31,-10-1,73 8,-13-6,100 8,-172-17,0 1,60 10,-59-8,0 0,1-2,57 3,-71-5,0 1,58 8,-56-6,0 0,41 1,-40-4,2 1,-2 1,40 6,-5 0,128 7,-102-10,227 14,-191-10,-90-6,86 3,-14-7,-30 0,90 5,-118-3,80-1,21 1,1 9,-2 1,-78-9,282 7,-250-8,0 2,148 16,-202-16,78 5,64 7,-139-9,127 6,-3-1,-64-4,177 15,-264-20,48 2,-38 0,-3 0,274 13,32-8,5-11,-125-1,397 6,294-2,-519-4,-290 2,155-4,-213 0,69-10,38-3,20 6,174-12,-146-6,-148 19,1 1,68-5,234-15,-245 21,0 2,153 3,20 0,-53-11,-136 6,109 0,-175 6,1-1,-1 0,41-7,-38 5,-1 0,59-1,7 4,-39 1,114-7,-56-4,-33 2,127-4,-135 12,-1-3,152-16,-182 14,105-4,53 6,2-1,289-22,-7-22,-345 33,-85 10,81-13,-33 1,2 3,154-10,-238 22,-1 0,-1-1,1 0,-1-1,51-13,-48 10,2 2,1 0,-1 0,2 1,35-2,203-27,-42 4,-173 24,0-2,70-14,-29 5,-73 13,0 0,-1 0,0-1,0-1,-2 0,22-8,-19 6,0 1,0 0,1 0,36-5,54-14,-32 3,123-24,-155 39,96-9,-44 6,-69 8,0 1,1 0,-1 1,45 3,-5-1,41-1,135-1,-233 0,0 0,1-1,-1-1,0 0,27-5,23-5,-12 1,-45 9,1 0,0 1,21-3,175-24,-191 27,1 0,-1 1,1 0,0 1,0 0,19 1,15-1,682 0,-724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7T10:00:48.103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91,'14'0,"0"1,0 0,26 4,1 0,75 6,118 13,33 13,83 8,-191-33,39 5,-44-4,-108-11,-2 2,1 0,53 10,-37-4,0-1,1-1,117 6,11 0,-153-10,-1 0,0 2,39 8,465 79,-453-80,122 13,-121-17,94 17,-12 2,2-5,216 16,-313-33,294 23,-55-5,30 3,-80-13,117 6,-3 14,-265-23,2-1,174 2,113 5,-303-12,147 0,28 0,435 18,-347-6,-7 0,192 2,-261-6,291 11,-133-18,-137-4,62 10,5 0,381-9,-434-4,27-10,-5 0,-302 11,81 0,213-12,186-25,-388 29,200-10,-207 15,146-15,132-16,-149 13,25-11,53-4,-213 29,-37 2,0-1,141-20,450-101,-655 123,0-1,29-9,-43 12,1 1,-2-1,1 0,-1 0,-1-1,2 1,-2 0,1-1,-1 1,0-1,1 1,-2-1,0 0,3-3,2-6,1 0,13-13,-15 19,49-58,-51 56,-4 7,0 0,1 1,-1-1,0 0,1 0,-1 0,2 1,-2-1,1 0,0 0,0 1,0-1,-1 0,1 1,0-1,0 0,2 1,-2-1,0 1,0-1,0 1,1-1,0 1,-1 0,1-1,-1 1,1 0,2-1,206-20,103 1,145-12,-342 21,134-22,-213 28,1 0,63-3,82 1,-112 5,6 0,2-3,-2-1,102-14,-142 14,2 1,0 0,0 2,44-2,-7 3,-2-2,0-2,111-15,5 3,-26 4,-145 11,-1 0,1-1,-1 0,18-6,-16 5,1-1,36-5,-27 7,1-1,-2-1,-1 0,35-10,-55 14,0 0,0 0,0 1,0-1,0 1,0 0,13-1,62 0,-44 1,-17 0,1 0,27-3,-27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7T10:00:40.885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1 120,'6'1,"-2"0,2-1,-1 1,0 0,1 0,-2 0,2 1,-2-1,1 1,5 1,8 3,225 52,-91-24,-21-4,41 5,-149-31,35 11,-38-10,1 0,23 4,108 23,-44-8,29 5,85 15,64-2,-216-31,-10-1,73 8,-13-6,100 8,-172-17,0 1,60 10,-59-8,0 0,1-2,57 3,-71-5,0 1,58 8,-56-6,0 0,41 1,-40-4,2 1,-2 1,40 6,-5 0,128 7,-102-10,227 14,-191-10,-90-6,86 3,-14-7,-30 0,90 5,-118-3,80-1,21 1,1 9,-2 1,-78-9,282 7,-250-8,0 2,148 16,-202-16,78 5,64 7,-139-9,127 6,-3-1,-64-4,177 15,-264-20,48 2,-38 0,-3 0,274 13,32-8,5-11,-125-1,397 6,294-2,-519-4,-290 2,155-4,-213 0,69-10,38-3,20 6,174-12,-146-6,-148 19,1 1,68-5,234-15,-245 21,0 2,153 3,20 0,-53-11,-136 6,109 0,-175 6,1-1,-1 0,41-7,-38 5,-1 0,59-1,7 4,-39 1,114-7,-56-4,-33 2,127-4,-135 12,-1-3,152-16,-182 14,105-4,53 6,2-1,289-22,-7-22,-345 33,-85 10,81-13,-33 1,2 3,154-10,-238 22,-1 0,-1-1,1 0,-1-1,51-13,-48 10,2 2,1 0,-1 0,2 1,35-2,203-27,-42 4,-173 24,0-2,70-14,-29 5,-73 13,0 0,-1 0,0-1,0-1,-2 0,22-8,-19 6,0 1,0 0,1 0,36-5,54-14,-32 3,123-24,-155 39,96-9,-44 6,-69 8,0 1,1 0,-1 1,45 3,-5-1,41-1,135-1,-233 0,0 0,1-1,-1-1,0 0,27-5,23-5,-12 1,-45 9,1 0,0 1,21-3,175-24,-191 27,1 0,-1 1,1 0,0 1,0 0,19 1,15-1,682 0,-724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7T10:00:48.103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91,'14'0,"0"1,0 0,26 4,1 0,75 6,118 13,33 13,83 8,-191-33,39 5,-44-4,-108-11,-2 2,1 0,53 10,-37-4,0-1,1-1,117 6,11 0,-153-10,-1 0,0 2,39 8,465 79,-453-80,122 13,-121-17,94 17,-12 2,2-5,216 16,-313-33,294 23,-55-5,30 3,-80-13,117 6,-3 14,-265-23,2-1,174 2,113 5,-303-12,147 0,28 0,435 18,-347-6,-7 0,192 2,-261-6,291 11,-133-18,-137-4,62 10,5 0,381-9,-434-4,27-10,-5 0,-302 11,81 0,213-12,186-25,-388 29,200-10,-207 15,146-15,132-16,-149 13,25-11,53-4,-213 29,-37 2,0-1,141-20,450-101,-655 123,0-1,29-9,-43 12,1 1,-2-1,1 0,-1 0,-1-1,2 1,-2 0,1-1,-1 1,0-1,1 1,-2-1,0 0,3-3,2-6,1 0,13-13,-15 19,49-58,-51 56,-4 7,0 0,1 1,-1-1,0 0,1 0,-1 0,2 1,-2-1,1 0,0 0,0 1,0-1,-1 0,1 1,0-1,0 0,2 1,-2-1,0 1,0-1,0 1,1-1,0 1,-1 0,1-1,-1 1,1 0,2-1,206-20,103 1,145-12,-342 21,134-22,-213 28,1 0,63-3,82 1,-112 5,6 0,2-3,-2-1,102-14,-142 14,2 1,0 0,0 2,44-2,-7 3,-2-2,0-2,111-15,5 3,-26 4,-145 11,-1 0,1-1,-1 0,18-6,-16 5,1-1,36-5,-27 7,1-1,-2-1,-1 0,35-10,-55 14,0 0,0 0,0 1,0-1,0 1,0 0,13-1,62 0,-44 1,-17 0,1 0,27-3,-27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5T21:23:44.876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1 120,'2'1,"0"0,1-1,-1 1,0 0,0 0,0 0,0 1,0-1,0 1,2 1,3 3,93 52,-38-24,-8-4,16 5,-60-31,13 11,-14-10,-1 0,10 4,45 23,-19-8,12 5,35 15,26-2,-88-31,-5-1,31 8,-6-6,41 8,-70-17,-1 1,26 10,-25-8,0 0,0-2,24 3,-29-5,0 1,23 8,-22-6,-1 0,18 1,-18-4,2 1,-1 1,17 6,-3 0,53 7,-42-10,93 14,-79-10,-36-6,35 3,-5-7,-13 0,37 5,-49-3,33-1,9 1,1 9,-2 1,-31-9,115 7,-102-8,-1 2,62 16,-84-16,33 5,26 7,-58-9,53 6,-1-1,-27-4,73 15,-108-20,19 2,-15 0,-1 0,112 13,13-8,2-11,-52-1,164 6,120-2,-213-4,-119 2,64-4,-87 0,28-10,16-3,7 6,72-12,-60-6,-60 19,0 1,28-5,96-15,-101 21,0 2,63 3,8 0,-21-11,-56 6,44 0,-71 6,0-1,0 0,16-7,-15 5,0 0,24-1,2 4,-15 1,46-7,-22-4,-15 2,53-4,-55 12,-1-3,63-16,-76 14,44-4,22 6,0-1,119-22,-3-22,-141 33,-35 10,33-13,-14 1,1 3,64-10,-98 22,-1 0,0-1,1 0,-1-1,21-13,-20 10,1 2,1 0,-1 0,1 1,14-2,83-27,-17 4,-70 24,-1-2,29-14,-12 5,-29 13,-1 0,0 0,-1-1,1-1,-1 0,9-8,-7 6,-1 1,0 0,1 0,14-5,23-14,-14 3,51-24,-64 39,40-9,-19 6,-27 8,-1 1,1 0,-1 1,19 3,-2-1,16-1,56-1,-96 0,1 0,-1-1,1-1,-1 0,12-5,9-5,-6 1,-17 9,0 0,0 1,8-3,73-24,-80 27,2 0,-1 1,0 0,1 1,-1 0,8 1,6-1,280 0,-297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5T21:23:44.877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91,'6'0,"-1"1,1 0,11 4,-1 0,32 6,48 13,13 13,34 8,-77-33,15 5,-18-4,-44-11,-1 2,0 0,22 10,-15-4,0-1,1-1,47 6,5 0,-63-10,0 0,-1 2,17 8,190 79,-185-80,50 13,-50-17,38 17,-4 2,0-5,89 16,-128-33,120 23,-22-5,12 3,-33-13,48 6,-1 14,-109-23,1-1,72 2,45 5,-123-12,59 0,13 0,177 18,-142-6,-2 0,78 2,-107-6,119 11,-54-18,-56-4,25 10,2 0,157-9,-179-4,12-10,-3 0,-123 11,33 0,87-12,77-25,-160 29,83-10,-86 15,61-15,53-16,-60 13,9-11,23-4,-88 29,-15 2,0-1,58-20,184-101,-269 123,1-1,12-9,-18 12,0 1,0-1,0 0,0 0,-1-1,1 1,-1 0,1-1,-1 1,0-1,1 1,-1-1,0 0,1-3,1-6,0 0,5-13,-5 19,19-58,-20 56,-2 7,0 0,0 1,0-1,0 0,1 0,-1 0,1 1,-1-1,0 0,0 0,1 1,-1-1,0 0,1 1,-1-1,1 0,0 1,-1-1,1 1,-1-1,0 1,1-1,0 1,-1 0,1-1,0 1,-1 0,2-1,84-20,42 1,60-12,-141 21,56-22,-88 28,1 0,25-3,34 1,-46 5,3 0,0-3,-1-1,43-14,-59 14,1 1,0 0,0 2,18-2,-3 3,-1-2,1-2,44-15,3 3,-11 4,-59 11,0 0,-1-1,1 0,7-6,-7 5,0-1,16-5,-12 7,1-1,-1-1,-1 0,15-10,-23 14,0 0,1 0,-1 1,0-1,0 1,1 0,4-1,26 0,-18 1,-7 0,1 0,10-3,-10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5T21:37:07.152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1 120,'2'1,"-1"0,1-1,-1 1,0 0,1 0,-1 0,1 1,-1-1,1 1,0 1,4 3,63 52,-25-24,-7-4,12 5,-42-31,9 11,-10-10,0 0,7 4,30 23,-12-8,8 5,25 15,18-2,-62-31,-3-1,21 8,-4-6,29 8,-49-17,-1 1,18 10,-17-8,0 0,1-2,15 3,-19-5,-1 1,17 8,-16-6,0 0,11 1,-11-4,1 1,-1 1,12 6,-2 0,37 7,-30-10,66 14,-55-10,-26-6,25 3,-5-7,-7 0,24 5,-32-3,22-1,6 1,0 9,0 1,-23-9,81 7,-71-8,0 2,42 16,-58-16,22 5,19 7,-40-9,36 6,0-1,-19-4,51 15,-76-20,14 2,-11 0,0 0,77 13,10-8,1-11,-35-1,113 6,84-2,-148-4,-84 2,46-4,-62 0,20-10,10-3,7 6,49-12,-41-6,-43 19,0 1,20-5,67-15,-70 21,-1 2,45 3,5 0,-15-11,-39 6,32 0,-51 6,1-1,-1 0,12-7,-11 5,0 0,17-1,1 4,-10 1,32-7,-16-4,-9 2,36-4,-38 12,-1-3,43-16,-51 14,30-4,14 6,2-1,82-22,-2-22,-99 33,-24 10,23-13,-9 1,0 3,45-10,-69 22,0 0,0-1,0 0,0-1,14-13,-14 10,2 2,-1 0,0 0,1 1,10-2,57-27,-11 4,-49 24,-1-2,20-14,-8 5,-21 13,0 0,0 0,0-1,0-1,-1 0,7-8,-6 6,0 1,0 0,1 0,10-5,15-14,-9 3,35-24,-44 39,27-9,-12 6,-20 8,0 1,0 0,0 1,13 3,-1-1,11-1,39-1,-67 0,0 0,0-1,0-1,1 0,6-5,8-5,-4 1,-13 9,1 0,-1 1,6-3,51-24,-55 27,0 0,0 1,0 0,0 1,0 0,6 1,4-1,195 0,-208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5T21:37:07.153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91,'4'0,"0"1,0 0,7 4,1 0,21 6,34 13,10 13,23 8,-55-33,12 5,-13-4,-31-11,0 2,0 0,15 10,-11-4,0-1,1-1,33 6,4 0,-45-10,1 0,-1 2,11 8,134 79,-130-80,34 13,-33-17,26 17,-4 2,2-5,60 16,-88-33,83 23,-15-5,9 3,-24-13,34 6,-1 14,-75-23,-1-1,51 2,32 5,-87-12,43 0,7 0,125 18,-99-6,-3 0,55 2,-74-6,83 11,-38-18,-39-4,18 10,1 0,109-9,-125-4,9-10,-2 0,-86 11,23 0,60-12,54-25,-110 29,56-10,-59 15,42-15,37-16,-42 13,7-11,15-4,-60 29,-12 2,1-1,40-20,129-101,-187 123,-1-1,9-9,-13 12,1 1,-1-1,0 0,1 0,-2-1,2 1,-1 0,0-1,0 1,0-1,0 1,-1-1,1 0,0-3,1-6,1 0,3-13,-5 19,15-58,-15 56,-1 7,0 0,0 1,0-1,0 0,1 0,-1 0,0 1,0-1,1 0,-1 0,0 1,0-1,0 0,1 1,-1-1,0 0,1 1,-1-1,1 1,-1-1,0 1,1-1,-1 1,1 0,-1-1,1 1,-1 0,1-1,59-20,30 1,41-12,-98 21,39-22,-62 28,1 0,18-3,23 1,-31 5,1 0,0-3,0-1,29-14,-40 14,0 1,0 0,0 2,13-2,-2 3,-1-2,0-2,32-15,2 3,-9 4,-40 11,-1 0,0-1,1 0,4-6,-4 5,0-1,10-5,-8 7,1-1,0-1,-1 0,10-10,-16 14,0 0,1 0,-1 1,0-1,0 1,1 0,3-1,17 0,-11 1,-6 0,0 0,9-3,-9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5T21:38:44.602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1 120,'1'1,"0"0,1-1,-1 1,0 0,1 0,-1 0,0 1,0-1,0 1,2 1,1 3,55 52,-23-24,-4-4,9 5,-35-31,8 11,-9-10,0 0,5 4,27 23,-11-8,7 5,20 15,16-2,-52-31,-2-1,17 8,-3-6,24 8,-42-17,1 1,14 10,-15-8,1 0,0-2,14 3,-17-5,-1 1,15 8,-14-6,0 0,10 1,-9-4,0 1,-1 1,10 6,-1 0,31 7,-25-10,55 14,-47-10,-21-6,21 3,-3-7,-8 0,22 5,-29-3,20-1,5 1,0 9,-1 1,-18-9,68 7,-61-8,1 2,35 16,-49-16,19 5,16 7,-34-9,31 6,-1-1,-15-4,42 15,-63-20,11 2,-9 0,-1 0,67 13,7-8,1-11,-30-1,96 6,71-2,-126-4,-69 2,37-4,-51 0,16-10,10-3,4 6,43-12,-36-6,-36 19,1 1,16-5,56-15,-58 21,-1 2,38 3,4 0,-13-11,-32 6,25 0,-41 6,0-1,0 0,9-7,-8 5,-1 0,14-1,2 4,-9 1,27-7,-13-4,-9 2,32-4,-34 12,1-3,36-16,-44 14,26-4,12 6,1-1,70-22,-3-22,-82 33,-21 10,20-13,-8 1,0 3,37-10,-57 22,0 0,-1-1,1 0,0-1,11-13,-10 10,-1 2,1 0,0 0,0 1,9-2,48-27,-9 4,-42 24,-1-2,18-14,-7 5,-18 13,0 0,-1 0,1-1,0-1,-1 0,6-8,-5 6,0 1,0 0,0 0,9-5,13-14,-8 3,30-24,-37 39,22-9,-10 6,-16 8,-1 1,1 0,-1 1,12 3,-2-1,10-1,32-1,-56 0,1 0,-1-1,1-1,-1 0,7-5,5-5,-2 1,-12 9,1 0,0 1,5-3,42-24,-46 27,1 0,-1 1,0 0,0 1,1 0,4 1,3-1,165 0,-175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5T21:38:44.603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91,'3'0,"1"1,-1 0,7 4,0 0,18 6,28 13,8 13,21 8,-47-33,10 5,-11-4,-26-11,-1 2,1 0,13 10,-9-4,-1-1,1-1,28 6,3 0,-37-10,0 0,-1 2,10 8,113 79,-110-80,29 13,-29-17,23 17,-3 2,0-5,53 16,-76-33,71 23,-14-5,8 3,-19-13,28 6,-1 14,-64-23,1-1,41 2,28 5,-73-12,35 0,7 0,105 18,-84-6,-1 0,46 2,-63-6,70 11,-32-18,-33-4,14 10,3 0,90-9,-103-4,6-10,-2 0,-72 11,20 0,50-12,46-25,-94 29,48-10,-50 15,36-15,31-16,-35 13,5-11,13-4,-51 29,-9 2,0-1,34-20,109-101,-159 123,1-1,6-9,-9 12,-1 1,0-1,0 0,0 0,0-1,0 1,0 0,0-1,0 1,-1-1,1 1,0-1,-1 0,1-3,1-6,0 0,3-13,-3 19,11-58,-12 56,-1 7,0 0,0 1,0-1,0 0,0 0,0 0,1 1,-1-1,0 0,0 0,0 1,1-1,-1 0,0 1,0-1,0 0,1 1,-1-1,1 1,-1-1,0 1,1-1,-1 1,0 0,1-1,-1 1,0 0,1-1,50-20,24 1,36-12,-83 21,32-22,-51 28,0 0,15-3,20 1,-26 5,0 0,1-3,0-1,24-14,-34 14,0 1,1 0,-1 2,11-2,-2 3,0-2,0-2,26-15,2 3,-6 4,-36 11,1 0,-1-1,1 0,3-6,-3 5,0-1,9-5,-7 7,1-1,-1-1,-1 0,9-10,-13 14,0 0,0 0,0 1,0-1,0 1,0 0,3-1,15 0,-11 1,-3 0,-1 0,7-3,-6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5T21:43:46.168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1 120,'1'1,"0"0,0-1,0 1,0 0,0 0,0 0,0 1,0-1,0 1,1 1,1 3,44 52,-18-24,-4-4,8 5,-28-31,6 11,-7-10,0 0,4 4,21 23,-8-8,5 5,17 15,12-2,-41-31,-3-1,15 8,-3-6,19 8,-33-17,0 1,12 10,-11-8,-1 0,1-2,10 3,-13-5,0 1,11 8,-11-6,1 0,7 1,-8-4,1 1,0 1,7 6,-1 0,25 7,-20-10,44 14,-37-10,-17-6,16 3,-2-7,-6 0,17 5,-22-3,15-1,4 1,0 9,-1 1,-14-9,54 7,-48-8,0 2,28 16,-38-16,14 5,13 7,-27-9,25 6,-1-1,-13-4,35 15,-51-20,9 2,-7 0,-1 0,53 13,6-8,1-11,-24-1,76 6,57-2,-100-4,-55 2,29-4,-41 0,13-10,8-3,4 6,33-12,-28-6,-29 19,1 1,13-5,44-15,-46 21,0 2,29 3,4 0,-10-11,-27 6,22 0,-34 6,0-1,0 0,7-7,-6 5,-1 0,12-1,1 4,-8 1,23-7,-12-4,-5 2,23-4,-25 12,0-3,28-16,-34 14,20-4,10 6,1-1,55-22,-1-22,-67 33,-16 10,16-13,-7 1,1 3,29-10,-45 22,-1 0,0-1,1 0,-1-1,10-13,-9 10,0 2,0 0,0 0,1 1,6-2,40-27,-9 4,-33 24,0-2,13-14,-5 5,-14 13,-1 0,1 0,0-1,-1-1,1 0,3-8,-3 6,0 1,-1 0,1 0,7-5,11-14,-7 3,24-24,-30 39,18-9,-8 6,-13 8,-1 1,1 0,0 1,8 3,0-1,7-1,26-1,-44 0,-1 0,1-1,-1-1,1 0,4-5,6-5,-4 1,-8 9,1 0,-1 1,4-3,34-24,-36 27,-1 0,0 1,1 0,-1 1,1 0,3 1,3-1,131 0,-139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5T21:43:46.169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91,'3'0,"-1"1,1 0,5 4,0 0,14 6,23 13,6 13,16 8,-36-33,7 5,-8-4,-22-11,1 2,0 0,9 10,-6-4,0-1,0-1,22 6,3 0,-30-10,0 0,0 2,7 8,90 79,-87-80,23 13,-23-17,18 17,-3 2,1-5,42 16,-61-33,57 23,-10-5,5 3,-16-13,24 6,-2 14,-50-23,0-1,34 2,21 5,-58-12,28 0,6 0,83 18,-66-6,-2 0,37 2,-50-6,56 11,-26-18,-26-4,12 10,1 0,73-9,-83-4,4-10,0 0,-58 11,16 0,40-12,36-25,-74 29,38-10,-40 15,28-15,26-16,-29 13,5-11,10-4,-41 29,-7 2,0-1,27-20,86-101,-125 123,-1-1,7-9,-9 12,0 1,0-1,0 0,-1 0,1-1,0 1,-1 0,1-1,0 1,-1-1,1 1,-1-1,1 0,0-3,0-6,1 0,2-13,-3 19,9-58,-9 56,-1 7,0 0,0 1,0-1,0 0,1 0,-1 0,0 1,0-1,0 0,0 0,1 1,-1-1,0 0,0 1,0-1,0 0,1 1,-1-1,0 1,1-1,-1 1,0-1,0 1,1 0,-1-1,0 1,1 0,-1-1,41-20,19 1,28-12,-66 21,26-22,-41 28,1 0,11-3,16 1,-21 5,1 0,0-3,0-1,19-14,-27 14,1 1,-1 0,1 2,8-2,-2 3,0-2,1-2,20-15,2 3,-6 4,-27 11,-1 0,1-1,-1 0,4-6,-3 5,0-1,7-5,-5 7,0-1,-1-1,1 0,6-10,-11 14,1 0,0 0,-1 1,1-1,-1 1,1 0,2-1,12 0,-9 1,-3 0,1 0,4-3,-4 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5T21:44:16.588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1 120,'1'1,"-1"0,1-1,0 1,-1 0,1 0,0 0,-1 1,1-1,0 1,0 1,1 3,29 52,-11-24,-3-4,5 5,-19-31,4 11,-4-10,-1 0,4 4,13 23,-5-8,4 5,10 15,9-2,-28-31,-1-1,9 8,-2-6,13 8,-22-17,1 1,6 10,-6-8,-1 0,0-2,8 3,-9-5,-1 1,8 8,-7-6,0 0,5 1,-5-4,0 1,0 1,6 6,-2 0,17 7,-13-10,29 14,-25-10,-11-6,11 3,-2-7,-4 0,12 5,-15-3,10-1,2 1,1 9,0 1,-11-9,37 7,-32-8,-1 2,20 16,-27-16,11 5,8 7,-18-9,16 6,0-1,-8-4,23 15,-35-20,7 2,-5 0,-1 0,36 13,4-8,0-11,-15-1,50 6,38-2,-67-4,-37 2,20-4,-27 0,9-10,4-3,4 6,21-12,-18-6,-20 19,1 1,9-5,29-15,-31 21,0 2,20 3,2 0,-6-11,-18 6,14 0,-22 6,-1-1,1 0,5-7,-5 5,0 0,7-1,2 4,-6 1,15-7,-7-4,-5 2,17-4,-18 12,1-3,19-16,-24 14,14-4,7 6,0-1,37-22,-1-22,-44 33,-11 10,11-13,-5 1,1 3,19-10,-30 22,-1 0,1-1,-1 0,1-1,6-13,-6 10,0 2,0 0,0 0,0 1,5-2,26-27,-5 4,-23 24,0-2,9-14,-3 5,-10 13,0 0,0 0,1-1,-1-1,-1 0,4-8,-3 6,0 1,1 0,-1 0,5-5,7-14,-4 3,15-24,-19 39,12-9,-6 6,-8 8,-1 1,1 0,-1 1,6 3,0-1,5-1,17-1,-30 0,1 0,-1-1,0-1,1 0,3-5,2-5,-1 1,-5 9,-1 0,1 1,2-3,23-24,-25 27,0 0,0 1,1 0,-1 1,0 0,3 1,2-1,87 0,-93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5T21:44:16.589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91,'2'0,"0"1,-1 0,5 4,-1 0,10 6,15 13,4 13,11 8,-25-33,6 5,-7-4,-13-11,0 2,0 0,6 10,-4-4,0-1,0-1,15 6,1 0,-19-10,-1 0,1 2,5 8,59 79,-58-80,16 13,-16-17,12 17,-1 2,0-5,28 16,-40-33,37 23,-7-5,4 3,-10-13,15 6,-1 14,-33-23,0-1,22 2,14 5,-38-12,18 0,5 0,54 18,-43-6,-2 0,25 2,-33-6,37 11,-17-18,-18-4,9 10,0 0,48-9,-54-4,2-10,0 0,-39 11,11 0,27-12,24-25,-50 29,26-10,-27 15,19-15,16-16,-18 13,3-11,7-4,-28 29,-4 2,-1-1,19-20,57-101,-83 123,-1-1,4-9,-5 12,0 1,-1-1,1 0,0 0,-1-1,1 1,-1 0,0-1,1 1,-1-1,1 1,-1-1,0 0,1-3,0-6,0 0,1-13,-1 19,6-58,-6 56,-1 7,0 0,0 1,0-1,0 0,0 0,0 0,0 1,0-1,0 0,1 0,-1 1,0-1,0 0,0 1,0-1,0 0,1 1,-1-1,0 1,0-1,0 1,0-1,1 1,-1 0,0-1,0 1,0 0,1-1,26-20,13 1,19-12,-44 21,17-22,-28 28,1 0,8-3,11 1,-15 5,1 0,0-3,0-1,13-14,-19 14,1 1,0 0,0 2,6-2,-1 3,-1-2,1-2,13-15,2 3,-4 4,-19 11,0 0,1-1,-1 0,3-6,-3 5,1-1,4-5,-3 7,0-1,0-1,0 0,4-10,-7 14,0 0,0 0,0 1,0-1,0 1,0 0,1-1,9 0,-6 1,-2 0,0 0,3-3,-3 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5T21:44:52.614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80,'1'1,"-1"0,1-1,-1 0,1 1,-1 0,1-1,-1 2,1-2,-1 2,1 0,1 2,23 34,-9-15,-3-3,5 3,-16-20,4 7,-4-7,0 0,3 3,10 16,-4-6,3 3,9 10,6-1,-22-20,-1-2,8 6,-2-4,11 6,-18-12,0 0,6 8,-6-6,0 0,0-2,6 3,-7-4,-1 1,7 6,-6-5,0 0,4 1,-4-2,0 0,0 0,4 5,0 0,12 4,-10-6,24 8,-20-5,-9-5,8 2,-1-4,-3 0,9 3,-12-2,9-1,1 1,1 6,-1 1,-7-7,28 6,-25-6,-1 1,16 11,-21-11,8 4,7 4,-15-5,14 3,-1 0,-6-3,17 10,-26-14,5 2,-5 0,1 0,27 9,4-6,0-7,-12 0,40 3,30-1,-53-3,-30 2,16-3,-21 0,6-7,5-1,1 3,18-8,-14-3,-16 12,0 0,7-2,24-11,-25 14,1 2,14 2,3-1,-6-6,-13 3,10 0,-17 5,0-2,0 1,4-5,-5 3,1 1,6-2,1 4,-4 0,11-5,-5-2,-4 1,13-3,-14 8,1-1,14-11,-17 9,10-3,5 4,1 0,29-15,-1-15,-35 23,-8 6,8-9,-4 1,1 2,15-7,-24 15,0 0,-1 0,1-1,0 0,5-9,-5 6,0 2,1 0,-1 0,1 1,3-2,20-17,-3 2,-18 16,0-2,7-8,-3 2,-8 10,1-1,-1 0,1 0,-1-1,0 0,3-5,-2 3,-1 2,1-1,-1 1,5-4,5-10,-4 3,13-16,-15 25,9-5,-5 4,-6 5,0 0,-1 1,1 0,4 3,0-2,4 0,13 0,-23-1,0 0,0 0,0-1,0 0,2-3,3-4,-1 1,-5 6,0 0,0 1,3-3,17-15,-19 18,0-1,-1 2,1-1,0 1,0 0,2 1,1-1,70 0,-74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5T21:44:52.615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33,'2'0,"0"1,-1-1,5 2,-1 0,10 2,15 4,5 6,10 2,-24-11,5 1,-7-1,-13-5,0 2,0-1,7 4,-5-1,-1-1,1 0,16 2,0 0,-19-3,0-1,-1 2,6 2,60 29,-59-30,16 6,-15-7,11 7,-1 0,1-2,27 6,-40-11,38 7,-8-1,5 1,-11-5,15 2,0 6,-34-9,0-1,22 2,15 1,-39-4,19 0,4-1,56 8,-46-3,0 0,25 1,-34-2,38 4,-17-7,-19-1,9 3,1 0,49-3,-57-1,4-4,0 0,-40 4,11 0,27-4,25-10,-51 11,26-3,-27 5,20-6,16-5,-19 4,3-4,8-1,-29 11,-4 0,0 0,18-8,58-36,-85 44,1 0,3-3,-5 5,0-1,-1 0,1 1,-1-1,1 0,-1 0,1 0,-1 0,1 1,-1-1,0 0,1 0,-1 0,1-2,0-1,0 0,1-5,-1 6,6-20,-6 20,-1 3,0-1,0 1,0 0,0 0,0-1,0 1,0 0,0 0,0-1,1 1,-1 0,0-1,0 1,0 0,0 0,0-1,1 1,-1 0,0 0,0 0,0 0,0-1,1 1,-1 0,0 0,0 0,0 0,1-1,26-6,14 0,18-5,-44 8,17-8,-27 10,0 0,8-1,11 1,-15 1,1 0,0-1,0 0,14-5,-20 5,1 0,0 0,0 1,6-1,-1 1,0 0,-1-1,15-6,1 2,-4 0,-18 5,-1 0,0 0,1-1,1-1,-1 1,0 0,4-2,-3 2,0 0,0 0,-1 0,6-4,-8 5,0 1,0-1,0 1,0-1,0 0,0 1,1-1,9 1,-6-1,-2 1,0 0,4-2,-4 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5T21:45:59.178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32,'0'0,"1"1,-1-1,1 0,-1 0,0 0,1 1,-1-1,0 0,1 1,0 0,0 0,17 14,-7-6,-1-1,2 1,-10-8,2 3,-2-2,0-1,1 1,8 7,-3-3,2 1,7 5,4-1,-16-8,-1-1,6 3,-1-2,7 2,-12-4,-1 0,5 3,-4-2,0-1,-1 0,5 1,-5-2,0 1,4 2,-5-2,1 1,3-1,-3 0,0 0,0 0,3 1,-1 1,10 1,-7-2,16 4,-14-3,-7-2,7 1,-1-2,-3 0,7 2,-8-1,5-1,2 1,0 2,0 1,-6-3,21 2,-19-3,1 2,10 3,-14-4,5 2,5 1,-11-1,10 0,0 1,-5-2,14 4,-21-5,4 1,-2-1,-1 1,20 3,3-2,0-3,-9 0,30 1,21 0,-39-2,-20 2,10-2,-15 0,5-2,3-1,1 1,14-3,-12-1,-11 4,1 1,5-1,16-4,-17 5,0 1,11 0,1 1,-3-4,-10 2,7 0,-12 2,0 0,-1-1,4-1,-3 1,0 0,4-1,1 2,-4 0,10-2,-5-1,-3 1,10-1,-10 2,0 0,12-4,-15 4,9-2,3 2,1 0,21-6,0-6,-27 9,-5 2,6-3,-3 0,0 1,12-2,-18 5,0 0,0 0,0 0,0 0,4-4,-4 3,1 1,-1-1,1 0,-1 1,3-1,15-7,-3 2,-12 5,-1 0,5-4,-2 2,-5 3,0 0,0 0,0-1,-1 1,1-1,1-1,-1 0,0 2,0-1,0 0,2-1,5-4,-3 1,9-6,-11 10,7-3,-3 2,-5 3,-1-1,1 1,-1-1,4 2,0-1,2 0,11 0,-18 0,1-1,-1 1,0-1,1 0,1-1,2-1,-1 0,-3 2,0 0,0 0,1 0,14-6,-15 6,0 1,1-1,-1 1,0 0,1 0,0 0,2 0,50 0,-53 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5T21:45:59.179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10,'1'0,"0"0,0 1,2-1,0 1,6 0,8 2,3 1,6 1,-15-4,4 1,-4 0,-7-2,-1 0,0 1,5 0,-4 0,1 0,-1 0,10 1,0 0,-12-2,1 0,0 1,2 1,35 8,-33-8,8 1,-8-2,6 2,0 0,-1-1,17 3,-23-5,21 4,-4-2,3 2,-7-3,9 1,0 2,-19-3,-1 1,13-1,9 1,-22-2,10 1,2 0,32 1,-25 0,0 0,13 0,-19 0,22 0,-10-1,-11-1,6 2,-1-1,29-1,-32 0,2-1,-1 0,-22 1,6 0,16-2,13-2,-28 3,15-1,-16 2,11-2,10-2,-11 2,2-2,4 0,-17 3,-1 1,-1-1,10-2,34-11,-48 13,-1 1,2-2,-2 2,-1 0,1-1,-1 1,0 0,0 0,1-1,-1 1,0 0,1 0,-1-1,0 1,0 0,0-1,1 1,-1-2,1 1,0-2,0 2,3-6,-4 6,0 1,0 0,0 0,0 0,0 0,0 0,0 0,1 0,-1 0,0-1,0 1,0 0,0 0,0 0,0 0,0 0,0 0,0 0,0 0,0 0,0 0,1 0,-1 0,0 0,0 0,0-1,0 1,0 0,1 0,14-2,8 0,11-2,-25 3,9-3,-15 3,0 1,4-1,7 0,-9 1,1 0,0-1,-1 1,9-3,-12 3,1-1,0 0,0 1,3 0,0-1,-1 1,1-1,7-1,1 0,-1 0,-12 2,0 0,1-1,-1 1,2-2,-2 2,1-1,2 0,-2 1,0-1,1 0,-1 1,2-2,-3 2,-1-1,1 1,0 0,-1 0,1 0,-1 0,2-1,4 1,-3 0,-1 0,-1 0,3-1,-2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CDB20-B937-26FF-88A1-CD6242AD10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155856-667F-2FBE-051F-AF97BFA138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6598B-F338-CC57-5C00-FB651BA53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EE61-C5DC-4756-995E-3E92F5BFD82A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98047-6E03-5B20-9E3E-24F0B9285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EC16B-E28A-B73A-A379-7518B4D2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D945-ED84-4400-8A1C-19F6A53A7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608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93EEE-F4E9-2CD4-27A7-6C4E33A53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F6D67-E9B5-0BCC-4550-C17510FF6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9EC7C-8F5B-18B2-0997-258798CC4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EE61-C5DC-4756-995E-3E92F5BFD82A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7F059-E37F-3CC1-7CD2-73455420F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DDC0E-443A-CD86-E505-7B458066B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D945-ED84-4400-8A1C-19F6A53A7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3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2C761-4407-C292-5CE5-F5986C216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023C3-0012-0519-19E7-D81E2B148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F98FA-1245-FFE0-77AB-0D7097C26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EE61-C5DC-4756-995E-3E92F5BFD82A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79894-A2AE-01F9-03C7-713352830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58F03-9C08-4297-BC0E-AF7A36F56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D945-ED84-4400-8A1C-19F6A53A7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078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EDBF5-10F8-936C-A610-6E69D65CB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E7576-1A1E-F78B-D578-49130A4E4A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DE7C6-48B1-0064-607D-8125BD166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986479-8C74-B0AE-3354-259583050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EE61-C5DC-4756-995E-3E92F5BFD82A}" type="datetimeFigureOut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68B75-9931-36EF-9C03-79D9D5F7D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53B870-6273-9583-63F9-902D13791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D945-ED84-4400-8A1C-19F6A53A7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11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099F7-B313-08F6-8B20-7CC7704D2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B34FEB-98B3-6F14-ABF3-23442DF1D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91E8F3-8CB2-96E9-B544-047D36CC4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D2E847-2AFB-AF1B-F66A-3AF61F9553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FB0C7A-F3CA-40CD-505D-B33719C481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83060A-D58C-F4FD-E229-650DA6A2C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EE61-C5DC-4756-995E-3E92F5BFD82A}" type="datetimeFigureOut">
              <a:rPr lang="en-US" smtClean="0"/>
              <a:t>9/15/25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ABFE72-48DB-DDBB-364E-E1830C41E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320C3D-3ECF-CF77-7F5D-DD8D3440C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D945-ED84-4400-8A1C-19F6A53A7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655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98D6-C30B-E54D-75D7-85C4FEA2D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99A857-F497-5F9D-BE7F-8CF2A21B1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EE61-C5DC-4756-995E-3E92F5BFD82A}" type="datetimeFigureOut">
              <a:rPr lang="en-US" smtClean="0"/>
              <a:t>9/15/25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2AD328-11B2-6B04-514B-03536E8A9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B5F3F2-0093-C15D-5CF8-ED06CCFAA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D945-ED84-4400-8A1C-19F6A53A7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23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567424-9216-44C0-A80C-FE26FFA1E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EE61-C5DC-4756-995E-3E92F5BFD82A}" type="datetimeFigureOut">
              <a:rPr lang="en-US" smtClean="0"/>
              <a:t>9/15/25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2B21F1-259F-F979-EF28-744CFE37A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98670-DD1E-D0A7-733D-E374FF835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D945-ED84-4400-8A1C-19F6A53A7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20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F0F1C-95DB-D75B-1DD6-796588191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22874-119C-E4F2-5549-B9F55BE6F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01A5C-8D01-EDB9-68B7-8F8B7531C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566789-83C3-2975-6912-EAE53488D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EE61-C5DC-4756-995E-3E92F5BFD82A}" type="datetimeFigureOut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9218A1-74DB-1440-4117-6B5EFB9BB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CAACC-48D7-FD9F-4250-01C666242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D945-ED84-4400-8A1C-19F6A53A7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948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D116D-F5ED-7B96-F91A-F2441A3AC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1E1C31-0B57-6186-0514-087D5D73E1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47879C-0FD4-5F8E-BAAE-989DFED7D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A66C92-8C72-B096-7D34-9B17612B6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EE61-C5DC-4756-995E-3E92F5BFD82A}" type="datetimeFigureOut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65D81C-DF39-28F6-CD51-BFDD6A8AC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13F64-EF22-3083-58B4-698D79979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D945-ED84-4400-8A1C-19F6A53A7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179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E06EB-BE83-AF57-B51F-4593D80EB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1114DB-52A5-C380-565E-47966FE7F6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DB6B8-4078-0248-906E-206EF9283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EE61-C5DC-4756-995E-3E92F5BFD82A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E693E-9374-92E5-B5DE-A5F1C6E33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E64E7-55D7-C55F-95A4-06223262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D945-ED84-4400-8A1C-19F6A53A7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544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1CF320-0746-6B55-D9F4-8BEA2C5FE8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8374F-DAA4-004E-F088-4440034F4B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08967-BFB2-B638-5B48-C6549608D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EE61-C5DC-4756-995E-3E92F5BFD82A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187C8-B4B6-3774-0CA2-FC7EBFBA8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18F23-D452-F677-8118-D4922B414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D945-ED84-4400-8A1C-19F6A53A7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213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6EE57C-31E3-0C7C-A9FE-2E0A724E7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DF2F3-E3C9-D6C5-92B7-88A7F5951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55123-DFF6-4CA5-2D4B-81D754418D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EDEE61-C5DC-4756-995E-3E92F5BFD82A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6B11E-FACA-9801-82F6-A3964B40EB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C0DF4-6E81-6A93-4F60-5DE63F504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04D945-ED84-4400-8A1C-19F6A53A7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954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.xml"/><Relationship Id="rId11" Type="http://schemas.openxmlformats.org/officeDocument/2006/relationships/image" Target="../media/image10.sv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customXml" Target="../ink/ink4.xml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0.sv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customXml" Target="../ink/ink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0.sv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customXml" Target="../ink/ink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8.xml"/><Relationship Id="rId18" Type="http://schemas.openxmlformats.org/officeDocument/2006/relationships/image" Target="../media/image15.png"/><Relationship Id="rId26" Type="http://schemas.openxmlformats.org/officeDocument/2006/relationships/image" Target="../media/image21.png"/><Relationship Id="rId3" Type="http://schemas.openxmlformats.org/officeDocument/2006/relationships/image" Target="../media/image14.svg"/><Relationship Id="rId21" Type="http://schemas.openxmlformats.org/officeDocument/2006/relationships/image" Target="../media/image16.png"/><Relationship Id="rId7" Type="http://schemas.openxmlformats.org/officeDocument/2006/relationships/image" Target="../media/image12.png"/><Relationship Id="rId12" Type="http://schemas.openxmlformats.org/officeDocument/2006/relationships/customXml" Target="../ink/ink17.xml"/><Relationship Id="rId17" Type="http://schemas.openxmlformats.org/officeDocument/2006/relationships/customXml" Target="../ink/ink22.xml"/><Relationship Id="rId25" Type="http://schemas.openxmlformats.org/officeDocument/2006/relationships/image" Target="../media/image20.svg"/><Relationship Id="rId33" Type="http://schemas.openxmlformats.org/officeDocument/2006/relationships/image" Target="../media/image28.svg"/><Relationship Id="rId2" Type="http://schemas.openxmlformats.org/officeDocument/2006/relationships/image" Target="../media/image13.png"/><Relationship Id="rId16" Type="http://schemas.openxmlformats.org/officeDocument/2006/relationships/customXml" Target="../ink/ink21.xml"/><Relationship Id="rId20" Type="http://schemas.openxmlformats.org/officeDocument/2006/relationships/customXml" Target="../ink/ink24.xml"/><Relationship Id="rId29" Type="http://schemas.openxmlformats.org/officeDocument/2006/relationships/image" Target="../media/image24.sv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.xml"/><Relationship Id="rId11" Type="http://schemas.openxmlformats.org/officeDocument/2006/relationships/customXml" Target="../ink/ink16.xml"/><Relationship Id="rId24" Type="http://schemas.openxmlformats.org/officeDocument/2006/relationships/image" Target="../media/image19.png"/><Relationship Id="rId32" Type="http://schemas.openxmlformats.org/officeDocument/2006/relationships/image" Target="../media/image27.png"/><Relationship Id="rId5" Type="http://schemas.openxmlformats.org/officeDocument/2006/relationships/image" Target="../media/image11.png"/><Relationship Id="rId15" Type="http://schemas.openxmlformats.org/officeDocument/2006/relationships/customXml" Target="../ink/ink20.xml"/><Relationship Id="rId23" Type="http://schemas.openxmlformats.org/officeDocument/2006/relationships/image" Target="../media/image18.svg"/><Relationship Id="rId28" Type="http://schemas.openxmlformats.org/officeDocument/2006/relationships/image" Target="../media/image23.png"/><Relationship Id="rId10" Type="http://schemas.openxmlformats.org/officeDocument/2006/relationships/customXml" Target="../ink/ink15.xml"/><Relationship Id="rId19" Type="http://schemas.openxmlformats.org/officeDocument/2006/relationships/customXml" Target="../ink/ink23.xml"/><Relationship Id="rId31" Type="http://schemas.openxmlformats.org/officeDocument/2006/relationships/image" Target="../media/image26.svg"/><Relationship Id="rId4" Type="http://schemas.openxmlformats.org/officeDocument/2006/relationships/customXml" Target="../ink/ink11.xml"/><Relationship Id="rId9" Type="http://schemas.openxmlformats.org/officeDocument/2006/relationships/customXml" Target="../ink/ink14.xml"/><Relationship Id="rId14" Type="http://schemas.openxmlformats.org/officeDocument/2006/relationships/customXml" Target="../ink/ink19.xml"/><Relationship Id="rId22" Type="http://schemas.openxmlformats.org/officeDocument/2006/relationships/image" Target="../media/image17.png"/><Relationship Id="rId27" Type="http://schemas.openxmlformats.org/officeDocument/2006/relationships/image" Target="../media/image22.svg"/><Relationship Id="rId30" Type="http://schemas.openxmlformats.org/officeDocument/2006/relationships/image" Target="../media/image25.png"/><Relationship Id="rId8" Type="http://schemas.openxmlformats.org/officeDocument/2006/relationships/customXml" Target="../ink/ink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A49D834A-7A90-3EEA-E0C6-8E25A6545A7C}"/>
              </a:ext>
            </a:extLst>
          </p:cNvPr>
          <p:cNvGrpSpPr/>
          <p:nvPr/>
        </p:nvGrpSpPr>
        <p:grpSpPr>
          <a:xfrm>
            <a:off x="2445907" y="5355772"/>
            <a:ext cx="9517868" cy="525859"/>
            <a:chOff x="590081" y="5851259"/>
            <a:chExt cx="10053895" cy="525859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03ECC78B-3295-E997-BD34-F4364DBB6EB5}"/>
                </a:ext>
              </a:extLst>
            </p:cNvPr>
            <p:cNvCxnSpPr>
              <a:cxnSpLocks/>
            </p:cNvCxnSpPr>
            <p:nvPr/>
          </p:nvCxnSpPr>
          <p:spPr>
            <a:xfrm>
              <a:off x="590081" y="5851259"/>
              <a:ext cx="100538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375B629-3DAA-5420-C219-B1ADCB73C72B}"/>
                </a:ext>
              </a:extLst>
            </p:cNvPr>
            <p:cNvSpPr txBox="1"/>
            <p:nvPr/>
          </p:nvSpPr>
          <p:spPr>
            <a:xfrm>
              <a:off x="590081" y="5977008"/>
              <a:ext cx="6030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Aug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C04A30C-A96C-CDF4-766C-118EB3EDED85}"/>
                </a:ext>
              </a:extLst>
            </p:cNvPr>
            <p:cNvSpPr txBox="1"/>
            <p:nvPr/>
          </p:nvSpPr>
          <p:spPr>
            <a:xfrm>
              <a:off x="1505516" y="5977008"/>
              <a:ext cx="6094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Sep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DC22CE1-606E-00FF-4EF2-D63631F7C7CC}"/>
                </a:ext>
              </a:extLst>
            </p:cNvPr>
            <p:cNvSpPr txBox="1"/>
            <p:nvPr/>
          </p:nvSpPr>
          <p:spPr>
            <a:xfrm>
              <a:off x="2427363" y="5977008"/>
              <a:ext cx="59022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Oct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D663FCF-B14A-3846-BE02-AEBE7052158F}"/>
                </a:ext>
              </a:extLst>
            </p:cNvPr>
            <p:cNvSpPr txBox="1"/>
            <p:nvPr/>
          </p:nvSpPr>
          <p:spPr>
            <a:xfrm>
              <a:off x="3329974" y="5977008"/>
              <a:ext cx="61978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Nov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BD71320-C950-0975-F051-894D9E45B05B}"/>
                </a:ext>
              </a:extLst>
            </p:cNvPr>
            <p:cNvSpPr txBox="1"/>
            <p:nvPr/>
          </p:nvSpPr>
          <p:spPr>
            <a:xfrm>
              <a:off x="4262144" y="5977008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Dec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D402BFC-7F29-3DAE-3BBB-F38D5639727A}"/>
                </a:ext>
              </a:extLst>
            </p:cNvPr>
            <p:cNvSpPr txBox="1"/>
            <p:nvPr/>
          </p:nvSpPr>
          <p:spPr>
            <a:xfrm>
              <a:off x="5204830" y="5977008"/>
              <a:ext cx="5479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Jan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AEEC624-D763-CE84-351C-B727F88016AE}"/>
                </a:ext>
              </a:extLst>
            </p:cNvPr>
            <p:cNvSpPr txBox="1"/>
            <p:nvPr/>
          </p:nvSpPr>
          <p:spPr>
            <a:xfrm>
              <a:off x="6065186" y="5977008"/>
              <a:ext cx="5949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Feb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C7952FD-F939-DF3F-1D35-E1AC7927F567}"/>
                </a:ext>
              </a:extLst>
            </p:cNvPr>
            <p:cNvSpPr txBox="1"/>
            <p:nvPr/>
          </p:nvSpPr>
          <p:spPr>
            <a:xfrm>
              <a:off x="6972542" y="5977008"/>
              <a:ext cx="6094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Mar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D922BEE-3D96-6839-13F5-B7197D50FF13}"/>
                </a:ext>
              </a:extLst>
            </p:cNvPr>
            <p:cNvSpPr txBox="1"/>
            <p:nvPr/>
          </p:nvSpPr>
          <p:spPr>
            <a:xfrm>
              <a:off x="7894389" y="5977008"/>
              <a:ext cx="5661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Apr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528238A-D7CF-8A5B-E514-DBE465EA2270}"/>
                </a:ext>
              </a:extLst>
            </p:cNvPr>
            <p:cNvSpPr txBox="1"/>
            <p:nvPr/>
          </p:nvSpPr>
          <p:spPr>
            <a:xfrm>
              <a:off x="8772955" y="5977008"/>
              <a:ext cx="6380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May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A090004-F859-8C29-5B6A-57AEFF06533C}"/>
                </a:ext>
              </a:extLst>
            </p:cNvPr>
            <p:cNvSpPr txBox="1"/>
            <p:nvPr/>
          </p:nvSpPr>
          <p:spPr>
            <a:xfrm>
              <a:off x="9723404" y="5977008"/>
              <a:ext cx="68800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June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EC8A49C9-2C3B-C98C-725F-555DC4798ECA}"/>
              </a:ext>
            </a:extLst>
          </p:cNvPr>
          <p:cNvSpPr/>
          <p:nvPr/>
        </p:nvSpPr>
        <p:spPr>
          <a:xfrm>
            <a:off x="960330" y="3176345"/>
            <a:ext cx="1440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Observed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C58025-1AEF-7CE9-DCB3-6ADDD901AFE2}"/>
              </a:ext>
            </a:extLst>
          </p:cNvPr>
          <p:cNvSpPr/>
          <p:nvPr/>
        </p:nvSpPr>
        <p:spPr>
          <a:xfrm>
            <a:off x="976336" y="2295512"/>
            <a:ext cx="1440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Short-term forecast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C7FF49-8908-E42C-000A-4CCD9BBC7A4D}"/>
              </a:ext>
            </a:extLst>
          </p:cNvPr>
          <p:cNvSpPr/>
          <p:nvPr/>
        </p:nvSpPr>
        <p:spPr>
          <a:xfrm>
            <a:off x="1005907" y="1414678"/>
            <a:ext cx="1440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Long-term forecast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CD4A98E-EB54-5A93-CAE3-B8C90D699852}"/>
              </a:ext>
            </a:extLst>
          </p:cNvPr>
          <p:cNvSpPr/>
          <p:nvPr/>
        </p:nvSpPr>
        <p:spPr>
          <a:xfrm>
            <a:off x="1005907" y="533844"/>
            <a:ext cx="1440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Long-term means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6DBA5E0-6F47-EEFC-8D9E-412DED2EAE15}"/>
              </a:ext>
            </a:extLst>
          </p:cNvPr>
          <p:cNvGrpSpPr/>
          <p:nvPr/>
        </p:nvGrpSpPr>
        <p:grpSpPr>
          <a:xfrm>
            <a:off x="26139" y="496067"/>
            <a:ext cx="950197" cy="3149761"/>
            <a:chOff x="26139" y="496067"/>
            <a:chExt cx="950197" cy="314976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8814756-0EC8-119A-EC28-A3BB7222F68E}"/>
                </a:ext>
              </a:extLst>
            </p:cNvPr>
            <p:cNvSpPr/>
            <p:nvPr/>
          </p:nvSpPr>
          <p:spPr>
            <a:xfrm>
              <a:off x="94592" y="533844"/>
              <a:ext cx="797285" cy="3074207"/>
            </a:xfrm>
            <a:prstGeom prst="rect">
              <a:avLst/>
            </a:prstGeom>
            <a:gradFill>
              <a:gsLst>
                <a:gs pos="40000">
                  <a:srgbClr val="808080"/>
                </a:gs>
                <a:gs pos="20000">
                  <a:schemeClr val="bg1"/>
                </a:gs>
                <a:gs pos="70000">
                  <a:schemeClr val="tx1">
                    <a:lumMod val="65000"/>
                    <a:lumOff val="35000"/>
                  </a:schemeClr>
                </a:gs>
                <a:gs pos="90000">
                  <a:schemeClr val="tx1"/>
                </a:gs>
              </a:gsLst>
              <a:lin ang="54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431887F-FFAF-8219-8C3A-A2C41F31F317}"/>
                </a:ext>
              </a:extLst>
            </p:cNvPr>
            <p:cNvSpPr txBox="1"/>
            <p:nvPr/>
          </p:nvSpPr>
          <p:spPr>
            <a:xfrm>
              <a:off x="113514" y="3338051"/>
              <a:ext cx="7594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Certain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C318A81-87C0-FE42-82F1-3E9CB6B3AFB8}"/>
                </a:ext>
              </a:extLst>
            </p:cNvPr>
            <p:cNvSpPr txBox="1"/>
            <p:nvPr/>
          </p:nvSpPr>
          <p:spPr>
            <a:xfrm>
              <a:off x="26139" y="496067"/>
              <a:ext cx="95019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Uncertain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8302000A-B439-421E-F15A-71CCD3039C61}"/>
              </a:ext>
            </a:extLst>
          </p:cNvPr>
          <p:cNvSpPr txBox="1"/>
          <p:nvPr/>
        </p:nvSpPr>
        <p:spPr>
          <a:xfrm>
            <a:off x="977400" y="-20675"/>
            <a:ext cx="12262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Weather data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4C0F13B-3D19-C497-6A4A-0B7E2B0F9D29}"/>
              </a:ext>
            </a:extLst>
          </p:cNvPr>
          <p:cNvGrpSpPr/>
          <p:nvPr/>
        </p:nvGrpSpPr>
        <p:grpSpPr>
          <a:xfrm>
            <a:off x="2779235" y="475422"/>
            <a:ext cx="8417220" cy="468000"/>
            <a:chOff x="2626084" y="291254"/>
            <a:chExt cx="7526908" cy="844560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F812139-05D4-E1B9-035E-F21669DA4CD7}"/>
                </a:ext>
              </a:extLst>
            </p:cNvPr>
            <p:cNvSpPr/>
            <p:nvPr/>
          </p:nvSpPr>
          <p:spPr>
            <a:xfrm>
              <a:off x="2626084" y="300395"/>
              <a:ext cx="7526908" cy="699119"/>
            </a:xfrm>
            <a:custGeom>
              <a:avLst/>
              <a:gdLst>
                <a:gd name="connsiteX0" fmla="*/ 0 w 7526908"/>
                <a:gd name="connsiteY0" fmla="*/ 207204 h 699119"/>
                <a:gd name="connsiteX1" fmla="*/ 1130613 w 7526908"/>
                <a:gd name="connsiteY1" fmla="*/ 513505 h 699119"/>
                <a:gd name="connsiteX2" fmla="*/ 2666625 w 7526908"/>
                <a:gd name="connsiteY2" fmla="*/ 689178 h 699119"/>
                <a:gd name="connsiteX3" fmla="*/ 3999937 w 7526908"/>
                <a:gd name="connsiteY3" fmla="*/ 662151 h 699119"/>
                <a:gd name="connsiteX4" fmla="*/ 5085505 w 7526908"/>
                <a:gd name="connsiteY4" fmla="*/ 536027 h 699119"/>
                <a:gd name="connsiteX5" fmla="*/ 6067472 w 7526908"/>
                <a:gd name="connsiteY5" fmla="*/ 324319 h 699119"/>
                <a:gd name="connsiteX6" fmla="*/ 6684579 w 7526908"/>
                <a:gd name="connsiteY6" fmla="*/ 153150 h 699119"/>
                <a:gd name="connsiteX7" fmla="*/ 7094483 w 7526908"/>
                <a:gd name="connsiteY7" fmla="*/ 90088 h 699119"/>
                <a:gd name="connsiteX8" fmla="*/ 7526908 w 7526908"/>
                <a:gd name="connsiteY8" fmla="*/ 0 h 699119"/>
                <a:gd name="connsiteX9" fmla="*/ 7526908 w 7526908"/>
                <a:gd name="connsiteY9" fmla="*/ 0 h 699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26908" h="699119" extrusionOk="0">
                  <a:moveTo>
                    <a:pt x="0" y="207204"/>
                  </a:moveTo>
                  <a:cubicBezTo>
                    <a:pt x="297967" y="292358"/>
                    <a:pt x="669867" y="439297"/>
                    <a:pt x="1130613" y="513505"/>
                  </a:cubicBezTo>
                  <a:cubicBezTo>
                    <a:pt x="1582913" y="595489"/>
                    <a:pt x="2140775" y="665918"/>
                    <a:pt x="2666625" y="689178"/>
                  </a:cubicBezTo>
                  <a:cubicBezTo>
                    <a:pt x="3095543" y="762099"/>
                    <a:pt x="3592241" y="712821"/>
                    <a:pt x="3999937" y="662151"/>
                  </a:cubicBezTo>
                  <a:cubicBezTo>
                    <a:pt x="4365298" y="615953"/>
                    <a:pt x="4751997" y="597627"/>
                    <a:pt x="5085505" y="536027"/>
                  </a:cubicBezTo>
                  <a:cubicBezTo>
                    <a:pt x="5439549" y="480844"/>
                    <a:pt x="5811825" y="365772"/>
                    <a:pt x="6067472" y="324319"/>
                  </a:cubicBezTo>
                  <a:cubicBezTo>
                    <a:pt x="6313080" y="257305"/>
                    <a:pt x="6495313" y="209227"/>
                    <a:pt x="6684579" y="153150"/>
                  </a:cubicBezTo>
                  <a:cubicBezTo>
                    <a:pt x="6854690" y="104032"/>
                    <a:pt x="6952380" y="117996"/>
                    <a:pt x="7094483" y="90088"/>
                  </a:cubicBezTo>
                  <a:cubicBezTo>
                    <a:pt x="7234871" y="64563"/>
                    <a:pt x="7526908" y="0"/>
                    <a:pt x="7526908" y="0"/>
                  </a:cubicBezTo>
                  <a:lnTo>
                    <a:pt x="7526908" y="0"/>
                  </a:lnTo>
                </a:path>
              </a:pathLst>
            </a:custGeom>
            <a:noFill/>
            <a:ln w="38100"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7526908"/>
                        <a:gd name="connsiteY0" fmla="*/ 207204 h 699119"/>
                        <a:gd name="connsiteX1" fmla="*/ 1130613 w 7526908"/>
                        <a:gd name="connsiteY1" fmla="*/ 513505 h 699119"/>
                        <a:gd name="connsiteX2" fmla="*/ 2666625 w 7526908"/>
                        <a:gd name="connsiteY2" fmla="*/ 689178 h 699119"/>
                        <a:gd name="connsiteX3" fmla="*/ 3999937 w 7526908"/>
                        <a:gd name="connsiteY3" fmla="*/ 662151 h 699119"/>
                        <a:gd name="connsiteX4" fmla="*/ 5085505 w 7526908"/>
                        <a:gd name="connsiteY4" fmla="*/ 536027 h 699119"/>
                        <a:gd name="connsiteX5" fmla="*/ 6067472 w 7526908"/>
                        <a:gd name="connsiteY5" fmla="*/ 324319 h 699119"/>
                        <a:gd name="connsiteX6" fmla="*/ 6684579 w 7526908"/>
                        <a:gd name="connsiteY6" fmla="*/ 153150 h 699119"/>
                        <a:gd name="connsiteX7" fmla="*/ 7094483 w 7526908"/>
                        <a:gd name="connsiteY7" fmla="*/ 90088 h 699119"/>
                        <a:gd name="connsiteX8" fmla="*/ 7526908 w 7526908"/>
                        <a:gd name="connsiteY8" fmla="*/ 0 h 699119"/>
                        <a:gd name="connsiteX9" fmla="*/ 7526908 w 7526908"/>
                        <a:gd name="connsiteY9" fmla="*/ 0 h 6991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526908" h="699119">
                          <a:moveTo>
                            <a:pt x="0" y="207204"/>
                          </a:moveTo>
                          <a:cubicBezTo>
                            <a:pt x="343088" y="320190"/>
                            <a:pt x="686176" y="433176"/>
                            <a:pt x="1130613" y="513505"/>
                          </a:cubicBezTo>
                          <a:cubicBezTo>
                            <a:pt x="1575051" y="593834"/>
                            <a:pt x="2188404" y="664404"/>
                            <a:pt x="2666625" y="689178"/>
                          </a:cubicBezTo>
                          <a:cubicBezTo>
                            <a:pt x="3144846" y="713952"/>
                            <a:pt x="3596790" y="687676"/>
                            <a:pt x="3999937" y="662151"/>
                          </a:cubicBezTo>
                          <a:cubicBezTo>
                            <a:pt x="4403084" y="636626"/>
                            <a:pt x="4740916" y="592332"/>
                            <a:pt x="5085505" y="536027"/>
                          </a:cubicBezTo>
                          <a:cubicBezTo>
                            <a:pt x="5430094" y="479722"/>
                            <a:pt x="5800960" y="388132"/>
                            <a:pt x="6067472" y="324319"/>
                          </a:cubicBezTo>
                          <a:cubicBezTo>
                            <a:pt x="6333984" y="260506"/>
                            <a:pt x="6513411" y="192188"/>
                            <a:pt x="6684579" y="153150"/>
                          </a:cubicBezTo>
                          <a:cubicBezTo>
                            <a:pt x="6855747" y="114112"/>
                            <a:pt x="6954095" y="115613"/>
                            <a:pt x="7094483" y="90088"/>
                          </a:cubicBezTo>
                          <a:cubicBezTo>
                            <a:pt x="7234871" y="64563"/>
                            <a:pt x="7526908" y="0"/>
                            <a:pt x="7526908" y="0"/>
                          </a:cubicBezTo>
                          <a:lnTo>
                            <a:pt x="7526908" y="0"/>
                          </a:lnTo>
                        </a:path>
                      </a:pathLst>
                    </a:cu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B065FDF-9BA3-720A-D24B-D22BAFB20BCE}"/>
                    </a:ext>
                  </a:extLst>
                </p14:cNvPr>
                <p14:cNvContentPartPr/>
                <p14:nvPr/>
              </p14:nvContentPartPr>
              <p14:xfrm>
                <a:off x="2679916" y="291254"/>
                <a:ext cx="7360200" cy="646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B065FDF-9BA3-720A-D24B-D22BAFB20BC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599756" y="-32820"/>
                  <a:ext cx="7520841" cy="12949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6F271C5-7C2C-1C0C-E575-51AC98CC7E71}"/>
                    </a:ext>
                  </a:extLst>
                </p14:cNvPr>
                <p14:cNvContentPartPr/>
                <p14:nvPr/>
              </p14:nvContentPartPr>
              <p14:xfrm>
                <a:off x="2679916" y="490694"/>
                <a:ext cx="7250400" cy="645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6F271C5-7C2C-1C0C-E575-51AC98CC7E7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99757" y="166187"/>
                  <a:ext cx="7411041" cy="1293485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974B3FE-EB62-EA1D-83DB-99282FE6D6F3}"/>
              </a:ext>
            </a:extLst>
          </p:cNvPr>
          <p:cNvCxnSpPr>
            <a:cxnSpLocks/>
          </p:cNvCxnSpPr>
          <p:nvPr/>
        </p:nvCxnSpPr>
        <p:spPr>
          <a:xfrm>
            <a:off x="2487707" y="3292457"/>
            <a:ext cx="1150090" cy="153888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Arrow: Down 44">
            <a:extLst>
              <a:ext uri="{FF2B5EF4-FFF2-40B4-BE49-F238E27FC236}">
                <a16:creationId xmlns:a16="http://schemas.microsoft.com/office/drawing/2014/main" id="{7B124D51-9A77-9015-C006-7F3D1E0AD9BD}"/>
              </a:ext>
            </a:extLst>
          </p:cNvPr>
          <p:cNvSpPr/>
          <p:nvPr/>
        </p:nvSpPr>
        <p:spPr>
          <a:xfrm rot="10800000">
            <a:off x="3148323" y="5967196"/>
            <a:ext cx="905391" cy="4001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DE9C7B2-9992-A80D-7C39-070AA3A41D8B}"/>
              </a:ext>
            </a:extLst>
          </p:cNvPr>
          <p:cNvSpPr txBox="1"/>
          <p:nvPr/>
        </p:nvSpPr>
        <p:spPr>
          <a:xfrm>
            <a:off x="2921542" y="6452872"/>
            <a:ext cx="1362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are here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4DDA23B-6FCA-049E-A599-CC5A6357104E}"/>
              </a:ext>
            </a:extLst>
          </p:cNvPr>
          <p:cNvSpPr/>
          <p:nvPr/>
        </p:nvSpPr>
        <p:spPr>
          <a:xfrm>
            <a:off x="3624503" y="4080923"/>
            <a:ext cx="5041684" cy="958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4C813EB-F545-F457-887E-86E0216BE5F3}"/>
              </a:ext>
            </a:extLst>
          </p:cNvPr>
          <p:cNvSpPr/>
          <p:nvPr/>
        </p:nvSpPr>
        <p:spPr>
          <a:xfrm>
            <a:off x="3629964" y="4080922"/>
            <a:ext cx="456990" cy="958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F62155F-520E-0609-C1BB-B3251A29FD09}"/>
              </a:ext>
            </a:extLst>
          </p:cNvPr>
          <p:cNvGrpSpPr/>
          <p:nvPr/>
        </p:nvGrpSpPr>
        <p:grpSpPr>
          <a:xfrm>
            <a:off x="3624503" y="1500391"/>
            <a:ext cx="5053974" cy="530859"/>
            <a:chOff x="3657600" y="1927247"/>
            <a:chExt cx="5053974" cy="907856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DAC078E-760D-A900-8BF1-179F3FF94131}"/>
                </a:ext>
              </a:extLst>
            </p:cNvPr>
            <p:cNvSpPr/>
            <p:nvPr/>
          </p:nvSpPr>
          <p:spPr>
            <a:xfrm>
              <a:off x="3657600" y="1927247"/>
              <a:ext cx="5053974" cy="543300"/>
            </a:xfrm>
            <a:custGeom>
              <a:avLst/>
              <a:gdLst>
                <a:gd name="connsiteX0" fmla="*/ 0 w 5053974"/>
                <a:gd name="connsiteY0" fmla="*/ 23173 h 543300"/>
                <a:gd name="connsiteX1" fmla="*/ 837825 w 5053974"/>
                <a:gd name="connsiteY1" fmla="*/ 284430 h 543300"/>
                <a:gd name="connsiteX2" fmla="*/ 1310790 w 5053974"/>
                <a:gd name="connsiteY2" fmla="*/ 406050 h 543300"/>
                <a:gd name="connsiteX3" fmla="*/ 1441419 w 5053974"/>
                <a:gd name="connsiteY3" fmla="*/ 221368 h 543300"/>
                <a:gd name="connsiteX4" fmla="*/ 1603578 w 5053974"/>
                <a:gd name="connsiteY4" fmla="*/ 90739 h 543300"/>
                <a:gd name="connsiteX5" fmla="*/ 1698171 w 5053974"/>
                <a:gd name="connsiteY5" fmla="*/ 248394 h 543300"/>
                <a:gd name="connsiteX6" fmla="*/ 1806278 w 5053974"/>
                <a:gd name="connsiteY6" fmla="*/ 370014 h 543300"/>
                <a:gd name="connsiteX7" fmla="*/ 2045013 w 5053974"/>
                <a:gd name="connsiteY7" fmla="*/ 311456 h 543300"/>
                <a:gd name="connsiteX8" fmla="*/ 2247712 w 5053974"/>
                <a:gd name="connsiteY8" fmla="*/ 113261 h 543300"/>
                <a:gd name="connsiteX9" fmla="*/ 2382845 w 5053974"/>
                <a:gd name="connsiteY9" fmla="*/ 230377 h 543300"/>
                <a:gd name="connsiteX10" fmla="*/ 2468430 w 5053974"/>
                <a:gd name="connsiteY10" fmla="*/ 379023 h 543300"/>
                <a:gd name="connsiteX11" fmla="*/ 2999953 w 5053974"/>
                <a:gd name="connsiteY11" fmla="*/ 541183 h 543300"/>
                <a:gd name="connsiteX12" fmla="*/ 3549494 w 5053974"/>
                <a:gd name="connsiteY12" fmla="*/ 257403 h 543300"/>
                <a:gd name="connsiteX13" fmla="*/ 3779220 w 5053974"/>
                <a:gd name="connsiteY13" fmla="*/ 149297 h 543300"/>
                <a:gd name="connsiteX14" fmla="*/ 4387318 w 5053974"/>
                <a:gd name="connsiteY14" fmla="*/ 288934 h 543300"/>
                <a:gd name="connsiteX15" fmla="*/ 4585513 w 5053974"/>
                <a:gd name="connsiteY15" fmla="*/ 162810 h 543300"/>
                <a:gd name="connsiteX16" fmla="*/ 4851275 w 5053974"/>
                <a:gd name="connsiteY16" fmla="*/ 45695 h 543300"/>
                <a:gd name="connsiteX17" fmla="*/ 5004426 w 5053974"/>
                <a:gd name="connsiteY17" fmla="*/ 651 h 543300"/>
                <a:gd name="connsiteX18" fmla="*/ 5053974 w 5053974"/>
                <a:gd name="connsiteY18" fmla="*/ 23173 h 54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053974" h="543300">
                  <a:moveTo>
                    <a:pt x="0" y="23173"/>
                  </a:moveTo>
                  <a:lnTo>
                    <a:pt x="837825" y="284430"/>
                  </a:lnTo>
                  <a:cubicBezTo>
                    <a:pt x="1056290" y="348243"/>
                    <a:pt x="1210191" y="416560"/>
                    <a:pt x="1310790" y="406050"/>
                  </a:cubicBezTo>
                  <a:cubicBezTo>
                    <a:pt x="1411389" y="395540"/>
                    <a:pt x="1392621" y="273920"/>
                    <a:pt x="1441419" y="221368"/>
                  </a:cubicBezTo>
                  <a:cubicBezTo>
                    <a:pt x="1490217" y="168816"/>
                    <a:pt x="1560786" y="86235"/>
                    <a:pt x="1603578" y="90739"/>
                  </a:cubicBezTo>
                  <a:cubicBezTo>
                    <a:pt x="1646370" y="95243"/>
                    <a:pt x="1664388" y="201848"/>
                    <a:pt x="1698171" y="248394"/>
                  </a:cubicBezTo>
                  <a:cubicBezTo>
                    <a:pt x="1731954" y="294940"/>
                    <a:pt x="1748471" y="359504"/>
                    <a:pt x="1806278" y="370014"/>
                  </a:cubicBezTo>
                  <a:cubicBezTo>
                    <a:pt x="1864085" y="380524"/>
                    <a:pt x="1971441" y="354248"/>
                    <a:pt x="2045013" y="311456"/>
                  </a:cubicBezTo>
                  <a:cubicBezTo>
                    <a:pt x="2118585" y="268664"/>
                    <a:pt x="2191407" y="126774"/>
                    <a:pt x="2247712" y="113261"/>
                  </a:cubicBezTo>
                  <a:cubicBezTo>
                    <a:pt x="2304017" y="99748"/>
                    <a:pt x="2346059" y="186083"/>
                    <a:pt x="2382845" y="230377"/>
                  </a:cubicBezTo>
                  <a:cubicBezTo>
                    <a:pt x="2419631" y="274671"/>
                    <a:pt x="2365579" y="327222"/>
                    <a:pt x="2468430" y="379023"/>
                  </a:cubicBezTo>
                  <a:cubicBezTo>
                    <a:pt x="2571281" y="430824"/>
                    <a:pt x="2819776" y="561453"/>
                    <a:pt x="2999953" y="541183"/>
                  </a:cubicBezTo>
                  <a:cubicBezTo>
                    <a:pt x="3180130" y="520913"/>
                    <a:pt x="3419616" y="322717"/>
                    <a:pt x="3549494" y="257403"/>
                  </a:cubicBezTo>
                  <a:cubicBezTo>
                    <a:pt x="3679372" y="192089"/>
                    <a:pt x="3639583" y="144042"/>
                    <a:pt x="3779220" y="149297"/>
                  </a:cubicBezTo>
                  <a:cubicBezTo>
                    <a:pt x="3918857" y="154552"/>
                    <a:pt x="4252936" y="286682"/>
                    <a:pt x="4387318" y="288934"/>
                  </a:cubicBezTo>
                  <a:cubicBezTo>
                    <a:pt x="4521700" y="291186"/>
                    <a:pt x="4508187" y="203350"/>
                    <a:pt x="4585513" y="162810"/>
                  </a:cubicBezTo>
                  <a:cubicBezTo>
                    <a:pt x="4662839" y="122270"/>
                    <a:pt x="4781456" y="72721"/>
                    <a:pt x="4851275" y="45695"/>
                  </a:cubicBezTo>
                  <a:cubicBezTo>
                    <a:pt x="4921094" y="18669"/>
                    <a:pt x="4970643" y="4405"/>
                    <a:pt x="5004426" y="651"/>
                  </a:cubicBezTo>
                  <a:cubicBezTo>
                    <a:pt x="5038209" y="-3103"/>
                    <a:pt x="5046091" y="10035"/>
                    <a:pt x="5053974" y="23173"/>
                  </a:cubicBezTo>
                </a:path>
              </a:pathLst>
            </a:cu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1217184-4D22-4F04-F221-2B497FFF3AEB}"/>
                </a:ext>
              </a:extLst>
            </p:cNvPr>
            <p:cNvSpPr/>
            <p:nvPr/>
          </p:nvSpPr>
          <p:spPr>
            <a:xfrm>
              <a:off x="3693635" y="1981951"/>
              <a:ext cx="5005649" cy="853152"/>
            </a:xfrm>
            <a:custGeom>
              <a:avLst/>
              <a:gdLst>
                <a:gd name="connsiteX0" fmla="*/ 0 w 5005649"/>
                <a:gd name="connsiteY0" fmla="*/ 0 h 853152"/>
                <a:gd name="connsiteX1" fmla="*/ 409904 w 5005649"/>
                <a:gd name="connsiteY1" fmla="*/ 144142 h 853152"/>
                <a:gd name="connsiteX2" fmla="*/ 662152 w 5005649"/>
                <a:gd name="connsiteY2" fmla="*/ 76575 h 853152"/>
                <a:gd name="connsiteX3" fmla="*/ 887374 w 5005649"/>
                <a:gd name="connsiteY3" fmla="*/ 166664 h 853152"/>
                <a:gd name="connsiteX4" fmla="*/ 891878 w 5005649"/>
                <a:gd name="connsiteY4" fmla="*/ 360354 h 853152"/>
                <a:gd name="connsiteX5" fmla="*/ 1387366 w 5005649"/>
                <a:gd name="connsiteY5" fmla="*/ 405399 h 853152"/>
                <a:gd name="connsiteX6" fmla="*/ 1630605 w 5005649"/>
                <a:gd name="connsiteY6" fmla="*/ 297292 h 853152"/>
                <a:gd name="connsiteX7" fmla="*/ 2049518 w 5005649"/>
                <a:gd name="connsiteY7" fmla="*/ 81080 h 853152"/>
                <a:gd name="connsiteX8" fmla="*/ 2238704 w 5005649"/>
                <a:gd name="connsiteY8" fmla="*/ 414408 h 853152"/>
                <a:gd name="connsiteX9" fmla="*/ 2779236 w 5005649"/>
                <a:gd name="connsiteY9" fmla="*/ 319815 h 853152"/>
                <a:gd name="connsiteX10" fmla="*/ 2999953 w 5005649"/>
                <a:gd name="connsiteY10" fmla="*/ 189186 h 853152"/>
                <a:gd name="connsiteX11" fmla="*/ 3193644 w 5005649"/>
                <a:gd name="connsiteY11" fmla="*/ 216213 h 853152"/>
                <a:gd name="connsiteX12" fmla="*/ 3774716 w 5005649"/>
                <a:gd name="connsiteY12" fmla="*/ 423416 h 853152"/>
                <a:gd name="connsiteX13" fmla="*/ 4414345 w 5005649"/>
                <a:gd name="connsiteY13" fmla="*/ 499992 h 853152"/>
                <a:gd name="connsiteX14" fmla="*/ 4837762 w 5005649"/>
                <a:gd name="connsiteY14" fmla="*/ 810798 h 853152"/>
                <a:gd name="connsiteX15" fmla="*/ 4990913 w 5005649"/>
                <a:gd name="connsiteY15" fmla="*/ 851338 h 853152"/>
                <a:gd name="connsiteX16" fmla="*/ 4990913 w 5005649"/>
                <a:gd name="connsiteY16" fmla="*/ 842329 h 853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005649" h="853152">
                  <a:moveTo>
                    <a:pt x="0" y="0"/>
                  </a:moveTo>
                  <a:cubicBezTo>
                    <a:pt x="149772" y="65690"/>
                    <a:pt x="299545" y="131380"/>
                    <a:pt x="409904" y="144142"/>
                  </a:cubicBezTo>
                  <a:cubicBezTo>
                    <a:pt x="520263" y="156904"/>
                    <a:pt x="582574" y="72821"/>
                    <a:pt x="662152" y="76575"/>
                  </a:cubicBezTo>
                  <a:cubicBezTo>
                    <a:pt x="741730" y="80329"/>
                    <a:pt x="849086" y="119368"/>
                    <a:pt x="887374" y="166664"/>
                  </a:cubicBezTo>
                  <a:cubicBezTo>
                    <a:pt x="925662" y="213961"/>
                    <a:pt x="808546" y="320565"/>
                    <a:pt x="891878" y="360354"/>
                  </a:cubicBezTo>
                  <a:cubicBezTo>
                    <a:pt x="975210" y="400143"/>
                    <a:pt x="1264245" y="415909"/>
                    <a:pt x="1387366" y="405399"/>
                  </a:cubicBezTo>
                  <a:cubicBezTo>
                    <a:pt x="1510487" y="394889"/>
                    <a:pt x="1520246" y="351345"/>
                    <a:pt x="1630605" y="297292"/>
                  </a:cubicBezTo>
                  <a:cubicBezTo>
                    <a:pt x="1740964" y="243239"/>
                    <a:pt x="1948168" y="61561"/>
                    <a:pt x="2049518" y="81080"/>
                  </a:cubicBezTo>
                  <a:cubicBezTo>
                    <a:pt x="2150868" y="100599"/>
                    <a:pt x="2117084" y="374619"/>
                    <a:pt x="2238704" y="414408"/>
                  </a:cubicBezTo>
                  <a:cubicBezTo>
                    <a:pt x="2360324" y="454197"/>
                    <a:pt x="2652361" y="357352"/>
                    <a:pt x="2779236" y="319815"/>
                  </a:cubicBezTo>
                  <a:cubicBezTo>
                    <a:pt x="2906111" y="282278"/>
                    <a:pt x="2930885" y="206453"/>
                    <a:pt x="2999953" y="189186"/>
                  </a:cubicBezTo>
                  <a:cubicBezTo>
                    <a:pt x="3069021" y="171919"/>
                    <a:pt x="3064517" y="177175"/>
                    <a:pt x="3193644" y="216213"/>
                  </a:cubicBezTo>
                  <a:cubicBezTo>
                    <a:pt x="3322771" y="255251"/>
                    <a:pt x="3571266" y="376120"/>
                    <a:pt x="3774716" y="423416"/>
                  </a:cubicBezTo>
                  <a:cubicBezTo>
                    <a:pt x="3978166" y="470712"/>
                    <a:pt x="4237171" y="435428"/>
                    <a:pt x="4414345" y="499992"/>
                  </a:cubicBezTo>
                  <a:cubicBezTo>
                    <a:pt x="4591519" y="564556"/>
                    <a:pt x="4741667" y="752240"/>
                    <a:pt x="4837762" y="810798"/>
                  </a:cubicBezTo>
                  <a:cubicBezTo>
                    <a:pt x="4933857" y="869356"/>
                    <a:pt x="4965388" y="846083"/>
                    <a:pt x="4990913" y="851338"/>
                  </a:cubicBezTo>
                  <a:cubicBezTo>
                    <a:pt x="5016438" y="856593"/>
                    <a:pt x="5003675" y="849461"/>
                    <a:pt x="4990913" y="842329"/>
                  </a:cubicBezTo>
                </a:path>
              </a:pathLst>
            </a:cu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10E46C32-5D81-300E-8BEB-E4101044DF5D}"/>
                </a:ext>
              </a:extLst>
            </p:cNvPr>
            <p:cNvSpPr/>
            <p:nvPr/>
          </p:nvSpPr>
          <p:spPr>
            <a:xfrm>
              <a:off x="3702644" y="1981884"/>
              <a:ext cx="4972895" cy="578323"/>
            </a:xfrm>
            <a:custGeom>
              <a:avLst/>
              <a:gdLst>
                <a:gd name="connsiteX0" fmla="*/ 0 w 4972895"/>
                <a:gd name="connsiteY0" fmla="*/ 76642 h 578323"/>
                <a:gd name="connsiteX1" fmla="*/ 486479 w 4972895"/>
                <a:gd name="connsiteY1" fmla="*/ 234297 h 578323"/>
                <a:gd name="connsiteX2" fmla="*/ 837825 w 4972895"/>
                <a:gd name="connsiteY2" fmla="*/ 297359 h 578323"/>
                <a:gd name="connsiteX3" fmla="*/ 1193675 w 4972895"/>
                <a:gd name="connsiteY3" fmla="*/ 117182 h 578323"/>
                <a:gd name="connsiteX4" fmla="*/ 1572048 w 4972895"/>
                <a:gd name="connsiteY4" fmla="*/ 58624 h 578323"/>
                <a:gd name="connsiteX5" fmla="*/ 1896367 w 4972895"/>
                <a:gd name="connsiteY5" fmla="*/ 270333 h 578323"/>
                <a:gd name="connsiteX6" fmla="*/ 2013482 w 4972895"/>
                <a:gd name="connsiteY6" fmla="*/ 513572 h 578323"/>
                <a:gd name="connsiteX7" fmla="*/ 2635094 w 4972895"/>
                <a:gd name="connsiteY7" fmla="*/ 301864 h 578323"/>
                <a:gd name="connsiteX8" fmla="*/ 2887342 w 4972895"/>
                <a:gd name="connsiteY8" fmla="*/ 67 h 578323"/>
                <a:gd name="connsiteX9" fmla="*/ 3252201 w 4972895"/>
                <a:gd name="connsiteY9" fmla="*/ 328890 h 578323"/>
                <a:gd name="connsiteX10" fmla="*/ 3513458 w 4972895"/>
                <a:gd name="connsiteY10" fmla="*/ 527085 h 578323"/>
                <a:gd name="connsiteX11" fmla="*/ 3900840 w 4972895"/>
                <a:gd name="connsiteY11" fmla="*/ 558616 h 578323"/>
                <a:gd name="connsiteX12" fmla="*/ 4076513 w 4972895"/>
                <a:gd name="connsiteY12" fmla="*/ 265828 h 578323"/>
                <a:gd name="connsiteX13" fmla="*/ 4513443 w 4972895"/>
                <a:gd name="connsiteY13" fmla="*/ 310873 h 578323"/>
                <a:gd name="connsiteX14" fmla="*/ 4851275 w 4972895"/>
                <a:gd name="connsiteY14" fmla="*/ 342404 h 578323"/>
                <a:gd name="connsiteX15" fmla="*/ 4972895 w 4972895"/>
                <a:gd name="connsiteY15" fmla="*/ 378439 h 578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72895" h="578323">
                  <a:moveTo>
                    <a:pt x="0" y="76642"/>
                  </a:moveTo>
                  <a:cubicBezTo>
                    <a:pt x="173421" y="137076"/>
                    <a:pt x="346842" y="197511"/>
                    <a:pt x="486479" y="234297"/>
                  </a:cubicBezTo>
                  <a:cubicBezTo>
                    <a:pt x="626116" y="271083"/>
                    <a:pt x="719959" y="316878"/>
                    <a:pt x="837825" y="297359"/>
                  </a:cubicBezTo>
                  <a:cubicBezTo>
                    <a:pt x="955691" y="277840"/>
                    <a:pt x="1071305" y="156971"/>
                    <a:pt x="1193675" y="117182"/>
                  </a:cubicBezTo>
                  <a:cubicBezTo>
                    <a:pt x="1316046" y="77393"/>
                    <a:pt x="1454933" y="33099"/>
                    <a:pt x="1572048" y="58624"/>
                  </a:cubicBezTo>
                  <a:cubicBezTo>
                    <a:pt x="1689163" y="84149"/>
                    <a:pt x="1822795" y="194508"/>
                    <a:pt x="1896367" y="270333"/>
                  </a:cubicBezTo>
                  <a:cubicBezTo>
                    <a:pt x="1969939" y="346158"/>
                    <a:pt x="1890361" y="508317"/>
                    <a:pt x="2013482" y="513572"/>
                  </a:cubicBezTo>
                  <a:cubicBezTo>
                    <a:pt x="2136603" y="518827"/>
                    <a:pt x="2489451" y="387448"/>
                    <a:pt x="2635094" y="301864"/>
                  </a:cubicBezTo>
                  <a:cubicBezTo>
                    <a:pt x="2780737" y="216280"/>
                    <a:pt x="2784491" y="-4437"/>
                    <a:pt x="2887342" y="67"/>
                  </a:cubicBezTo>
                  <a:cubicBezTo>
                    <a:pt x="2990193" y="4571"/>
                    <a:pt x="3147848" y="241054"/>
                    <a:pt x="3252201" y="328890"/>
                  </a:cubicBezTo>
                  <a:cubicBezTo>
                    <a:pt x="3356554" y="416726"/>
                    <a:pt x="3405351" y="488797"/>
                    <a:pt x="3513458" y="527085"/>
                  </a:cubicBezTo>
                  <a:cubicBezTo>
                    <a:pt x="3621565" y="565373"/>
                    <a:pt x="3806998" y="602159"/>
                    <a:pt x="3900840" y="558616"/>
                  </a:cubicBezTo>
                  <a:cubicBezTo>
                    <a:pt x="3994682" y="515073"/>
                    <a:pt x="3974413" y="307118"/>
                    <a:pt x="4076513" y="265828"/>
                  </a:cubicBezTo>
                  <a:cubicBezTo>
                    <a:pt x="4178613" y="224538"/>
                    <a:pt x="4513443" y="310873"/>
                    <a:pt x="4513443" y="310873"/>
                  </a:cubicBezTo>
                  <a:cubicBezTo>
                    <a:pt x="4642570" y="323636"/>
                    <a:pt x="4774700" y="331143"/>
                    <a:pt x="4851275" y="342404"/>
                  </a:cubicBezTo>
                  <a:cubicBezTo>
                    <a:pt x="4927850" y="353665"/>
                    <a:pt x="4950372" y="366052"/>
                    <a:pt x="4972895" y="378439"/>
                  </a:cubicBez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F2B9795D-36E9-3A0B-7A3A-48CB5BB44B66}"/>
              </a:ext>
            </a:extLst>
          </p:cNvPr>
          <p:cNvSpPr/>
          <p:nvPr/>
        </p:nvSpPr>
        <p:spPr>
          <a:xfrm>
            <a:off x="2445907" y="5092179"/>
            <a:ext cx="9486337" cy="3264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“Season” for PhenoFlex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47FCF6F-AB34-206E-15DF-45D3E651DA7C}"/>
              </a:ext>
            </a:extLst>
          </p:cNvPr>
          <p:cNvCxnSpPr>
            <a:cxnSpLocks/>
          </p:cNvCxnSpPr>
          <p:nvPr/>
        </p:nvCxnSpPr>
        <p:spPr>
          <a:xfrm flipV="1">
            <a:off x="3624503" y="-20675"/>
            <a:ext cx="10921" cy="5439321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ACB7904-C249-3408-DF8C-D0DB37AB263D}"/>
              </a:ext>
            </a:extLst>
          </p:cNvPr>
          <p:cNvCxnSpPr/>
          <p:nvPr/>
        </p:nvCxnSpPr>
        <p:spPr>
          <a:xfrm>
            <a:off x="3635424" y="2616838"/>
            <a:ext cx="472619" cy="202700"/>
          </a:xfrm>
          <a:prstGeom prst="line">
            <a:avLst/>
          </a:prstGeom>
          <a:ln w="5715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92" name="Speech Bubble: Rectangle 91">
            <a:extLst>
              <a:ext uri="{FF2B5EF4-FFF2-40B4-BE49-F238E27FC236}">
                <a16:creationId xmlns:a16="http://schemas.microsoft.com/office/drawing/2014/main" id="{B8539658-741C-250E-3B76-98377238663C}"/>
              </a:ext>
            </a:extLst>
          </p:cNvPr>
          <p:cNvSpPr/>
          <p:nvPr/>
        </p:nvSpPr>
        <p:spPr>
          <a:xfrm>
            <a:off x="5169780" y="3209267"/>
            <a:ext cx="2025416" cy="684994"/>
          </a:xfrm>
          <a:prstGeom prst="wedgeRectCallout">
            <a:avLst>
              <a:gd name="adj1" fmla="val -121752"/>
              <a:gd name="adj2" fmla="val -2007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Daily Tmin, Tmax observation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4C1BE542-878D-F6E5-C5CF-8617DD7719B0}"/>
              </a:ext>
            </a:extLst>
          </p:cNvPr>
          <p:cNvGrpSpPr/>
          <p:nvPr/>
        </p:nvGrpSpPr>
        <p:grpSpPr>
          <a:xfrm>
            <a:off x="5201476" y="2040918"/>
            <a:ext cx="2038129" cy="942509"/>
            <a:chOff x="5264526" y="1947403"/>
            <a:chExt cx="2038129" cy="942509"/>
          </a:xfrm>
        </p:grpSpPr>
        <p:sp>
          <p:nvSpPr>
            <p:cNvPr id="93" name="Speech Bubble: Rectangle 92">
              <a:extLst>
                <a:ext uri="{FF2B5EF4-FFF2-40B4-BE49-F238E27FC236}">
                  <a16:creationId xmlns:a16="http://schemas.microsoft.com/office/drawing/2014/main" id="{4FFFB7C7-9EE0-E1C2-AC02-94A428F579C3}"/>
                </a:ext>
              </a:extLst>
            </p:cNvPr>
            <p:cNvSpPr/>
            <p:nvPr/>
          </p:nvSpPr>
          <p:spPr>
            <a:xfrm>
              <a:off x="5266320" y="1947403"/>
              <a:ext cx="2036335" cy="932997"/>
            </a:xfrm>
            <a:prstGeom prst="wedgeRectCallout">
              <a:avLst>
                <a:gd name="adj1" fmla="val -104481"/>
                <a:gd name="adj2" fmla="val 36141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Daily Tmin, Tmax observation</a:t>
              </a:r>
            </a:p>
          </p:txBody>
        </p:sp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20622E29-1758-263D-E724-D3BAFD936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64526" y="1954678"/>
              <a:ext cx="2038129" cy="935234"/>
            </a:xfrm>
            <a:prstGeom prst="rect">
              <a:avLst/>
            </a:prstGeom>
          </p:spPr>
        </p:pic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C50D39D-D4A5-0255-8CD7-90A81BCF2772}"/>
              </a:ext>
            </a:extLst>
          </p:cNvPr>
          <p:cNvGrpSpPr/>
          <p:nvPr/>
        </p:nvGrpSpPr>
        <p:grpSpPr>
          <a:xfrm>
            <a:off x="10032459" y="1913133"/>
            <a:ext cx="1922525" cy="1060782"/>
            <a:chOff x="9219531" y="1935274"/>
            <a:chExt cx="1922525" cy="1060782"/>
          </a:xfrm>
        </p:grpSpPr>
        <p:sp>
          <p:nvSpPr>
            <p:cNvPr id="97" name="Speech Bubble: Rectangle 96">
              <a:extLst>
                <a:ext uri="{FF2B5EF4-FFF2-40B4-BE49-F238E27FC236}">
                  <a16:creationId xmlns:a16="http://schemas.microsoft.com/office/drawing/2014/main" id="{DD048037-FB8E-F8E6-8755-27E9F9F30396}"/>
                </a:ext>
              </a:extLst>
            </p:cNvPr>
            <p:cNvSpPr/>
            <p:nvPr/>
          </p:nvSpPr>
          <p:spPr>
            <a:xfrm>
              <a:off x="9219531" y="1935274"/>
              <a:ext cx="1922525" cy="1060782"/>
            </a:xfrm>
            <a:prstGeom prst="wedgeRectCallout">
              <a:avLst>
                <a:gd name="adj1" fmla="val -116226"/>
                <a:gd name="adj2" fmla="val -60151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Daily Tmin, Tmax observation</a:t>
              </a:r>
            </a:p>
          </p:txBody>
        </p:sp>
        <p:pic>
          <p:nvPicPr>
            <p:cNvPr id="99" name="Picture 98" descr="A diagram of different types of climate change&#10;&#10;AI-generated content may be incorrect.">
              <a:extLst>
                <a:ext uri="{FF2B5EF4-FFF2-40B4-BE49-F238E27FC236}">
                  <a16:creationId xmlns:a16="http://schemas.microsoft.com/office/drawing/2014/main" id="{F1BB7CC8-76A8-3505-AA51-783793053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4508" y="1945456"/>
              <a:ext cx="1836000" cy="1050600"/>
            </a:xfrm>
            <a:prstGeom prst="rect">
              <a:avLst/>
            </a:prstGeom>
          </p:spPr>
        </p:pic>
      </p:grpSp>
      <p:sp>
        <p:nvSpPr>
          <p:cNvPr id="100" name="Speech Bubble: Rectangle 99">
            <a:extLst>
              <a:ext uri="{FF2B5EF4-FFF2-40B4-BE49-F238E27FC236}">
                <a16:creationId xmlns:a16="http://schemas.microsoft.com/office/drawing/2014/main" id="{2168CA75-7F6F-178D-E688-4C2025A0708F}"/>
              </a:ext>
            </a:extLst>
          </p:cNvPr>
          <p:cNvSpPr/>
          <p:nvPr/>
        </p:nvSpPr>
        <p:spPr>
          <a:xfrm>
            <a:off x="10034179" y="995681"/>
            <a:ext cx="1889257" cy="684994"/>
          </a:xfrm>
          <a:prstGeom prst="wedgeRectCallout">
            <a:avLst>
              <a:gd name="adj1" fmla="val -34573"/>
              <a:gd name="adj2" fmla="val -7005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Mean Tmin, Tmax per DOY</a:t>
            </a:r>
          </a:p>
        </p:txBody>
      </p:sp>
    </p:spTree>
    <p:extLst>
      <p:ext uri="{BB962C8B-B14F-4D97-AF65-F5344CB8AC3E}">
        <p14:creationId xmlns:p14="http://schemas.microsoft.com/office/powerpoint/2010/main" val="1731709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10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A43D9-4B63-FE52-C8CD-C77D7C07B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33485F8A-6575-76AD-4F4E-C63B83FB1E9E}"/>
              </a:ext>
            </a:extLst>
          </p:cNvPr>
          <p:cNvGrpSpPr/>
          <p:nvPr/>
        </p:nvGrpSpPr>
        <p:grpSpPr>
          <a:xfrm>
            <a:off x="2445907" y="5355772"/>
            <a:ext cx="9517868" cy="525859"/>
            <a:chOff x="590081" y="5851259"/>
            <a:chExt cx="10053895" cy="525859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4090559D-FB40-E5F0-C34A-B30367901D3F}"/>
                </a:ext>
              </a:extLst>
            </p:cNvPr>
            <p:cNvCxnSpPr>
              <a:cxnSpLocks/>
            </p:cNvCxnSpPr>
            <p:nvPr/>
          </p:nvCxnSpPr>
          <p:spPr>
            <a:xfrm>
              <a:off x="590081" y="5851259"/>
              <a:ext cx="100538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B195237-16DD-6D37-697F-A96AFB4E1058}"/>
                </a:ext>
              </a:extLst>
            </p:cNvPr>
            <p:cNvSpPr txBox="1"/>
            <p:nvPr/>
          </p:nvSpPr>
          <p:spPr>
            <a:xfrm>
              <a:off x="590081" y="5977008"/>
              <a:ext cx="6030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Aug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E3D2790-A0D6-FD14-85AA-C3720B3E4F07}"/>
                </a:ext>
              </a:extLst>
            </p:cNvPr>
            <p:cNvSpPr txBox="1"/>
            <p:nvPr/>
          </p:nvSpPr>
          <p:spPr>
            <a:xfrm>
              <a:off x="1505516" y="5977008"/>
              <a:ext cx="6094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Sep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323F876-B54D-F118-82F5-446A8964C88D}"/>
                </a:ext>
              </a:extLst>
            </p:cNvPr>
            <p:cNvSpPr txBox="1"/>
            <p:nvPr/>
          </p:nvSpPr>
          <p:spPr>
            <a:xfrm>
              <a:off x="2427363" y="5977008"/>
              <a:ext cx="59022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Oct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9F2B5E6-0C63-45B4-7B71-11E46A3060A3}"/>
                </a:ext>
              </a:extLst>
            </p:cNvPr>
            <p:cNvSpPr txBox="1"/>
            <p:nvPr/>
          </p:nvSpPr>
          <p:spPr>
            <a:xfrm>
              <a:off x="3329974" y="5977008"/>
              <a:ext cx="61978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Nov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8D622DD-047F-02BE-08DF-4C4D9D6326FF}"/>
                </a:ext>
              </a:extLst>
            </p:cNvPr>
            <p:cNvSpPr txBox="1"/>
            <p:nvPr/>
          </p:nvSpPr>
          <p:spPr>
            <a:xfrm>
              <a:off x="4262144" y="5977008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Dec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02453D1-9B9C-CBDA-8E69-2D6F99174D23}"/>
                </a:ext>
              </a:extLst>
            </p:cNvPr>
            <p:cNvSpPr txBox="1"/>
            <p:nvPr/>
          </p:nvSpPr>
          <p:spPr>
            <a:xfrm>
              <a:off x="5204830" y="5977008"/>
              <a:ext cx="5479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Jan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F2223A2-652D-4689-B7C6-AF52484EBB99}"/>
                </a:ext>
              </a:extLst>
            </p:cNvPr>
            <p:cNvSpPr txBox="1"/>
            <p:nvPr/>
          </p:nvSpPr>
          <p:spPr>
            <a:xfrm>
              <a:off x="6065186" y="5977008"/>
              <a:ext cx="5949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Feb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2C1B3CD-015E-925E-2D5E-A59663ACD801}"/>
                </a:ext>
              </a:extLst>
            </p:cNvPr>
            <p:cNvSpPr txBox="1"/>
            <p:nvPr/>
          </p:nvSpPr>
          <p:spPr>
            <a:xfrm>
              <a:off x="6972542" y="5977008"/>
              <a:ext cx="6094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Mar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E997459-EB46-29D9-045B-29C53842BADC}"/>
                </a:ext>
              </a:extLst>
            </p:cNvPr>
            <p:cNvSpPr txBox="1"/>
            <p:nvPr/>
          </p:nvSpPr>
          <p:spPr>
            <a:xfrm>
              <a:off x="7894389" y="5977008"/>
              <a:ext cx="5661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Apr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E20F97-C368-3131-E69D-8A86A082188D}"/>
                </a:ext>
              </a:extLst>
            </p:cNvPr>
            <p:cNvSpPr txBox="1"/>
            <p:nvPr/>
          </p:nvSpPr>
          <p:spPr>
            <a:xfrm>
              <a:off x="8772955" y="5977008"/>
              <a:ext cx="6380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May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D215B71-835B-7F6D-4DD5-E608561EBF73}"/>
                </a:ext>
              </a:extLst>
            </p:cNvPr>
            <p:cNvSpPr txBox="1"/>
            <p:nvPr/>
          </p:nvSpPr>
          <p:spPr>
            <a:xfrm>
              <a:off x="9723404" y="5977008"/>
              <a:ext cx="68800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June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685F866-F599-45A3-79AA-8FEA07A5F1CB}"/>
              </a:ext>
            </a:extLst>
          </p:cNvPr>
          <p:cNvSpPr/>
          <p:nvPr/>
        </p:nvSpPr>
        <p:spPr>
          <a:xfrm>
            <a:off x="960330" y="3176345"/>
            <a:ext cx="1440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Observed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0AC5A2E-AD42-F6BD-2E20-B06CE1DC4392}"/>
              </a:ext>
            </a:extLst>
          </p:cNvPr>
          <p:cNvSpPr/>
          <p:nvPr/>
        </p:nvSpPr>
        <p:spPr>
          <a:xfrm>
            <a:off x="976336" y="2295512"/>
            <a:ext cx="1440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Short-term forecast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2D354D5-389D-EE4B-A491-D5D590D32DE5}"/>
              </a:ext>
            </a:extLst>
          </p:cNvPr>
          <p:cNvSpPr/>
          <p:nvPr/>
        </p:nvSpPr>
        <p:spPr>
          <a:xfrm>
            <a:off x="1005907" y="1414678"/>
            <a:ext cx="1440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Long-term forecast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90E6013-74E6-D4B7-E45F-AB928F8A82A4}"/>
              </a:ext>
            </a:extLst>
          </p:cNvPr>
          <p:cNvSpPr/>
          <p:nvPr/>
        </p:nvSpPr>
        <p:spPr>
          <a:xfrm>
            <a:off x="1005907" y="533844"/>
            <a:ext cx="1440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Long-term means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3EED916-EC81-20D4-37EA-F98629EC5EF5}"/>
              </a:ext>
            </a:extLst>
          </p:cNvPr>
          <p:cNvGrpSpPr/>
          <p:nvPr/>
        </p:nvGrpSpPr>
        <p:grpSpPr>
          <a:xfrm>
            <a:off x="26139" y="496067"/>
            <a:ext cx="950197" cy="3149761"/>
            <a:chOff x="26139" y="496067"/>
            <a:chExt cx="950197" cy="314976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34A3034-46D9-4CD4-941C-8BB5723F6938}"/>
                </a:ext>
              </a:extLst>
            </p:cNvPr>
            <p:cNvSpPr/>
            <p:nvPr/>
          </p:nvSpPr>
          <p:spPr>
            <a:xfrm>
              <a:off x="94592" y="533844"/>
              <a:ext cx="797285" cy="3074207"/>
            </a:xfrm>
            <a:prstGeom prst="rect">
              <a:avLst/>
            </a:prstGeom>
            <a:gradFill>
              <a:gsLst>
                <a:gs pos="40000">
                  <a:srgbClr val="808080"/>
                </a:gs>
                <a:gs pos="20000">
                  <a:schemeClr val="bg1"/>
                </a:gs>
                <a:gs pos="70000">
                  <a:schemeClr val="tx1">
                    <a:lumMod val="65000"/>
                    <a:lumOff val="35000"/>
                  </a:schemeClr>
                </a:gs>
                <a:gs pos="90000">
                  <a:schemeClr val="tx1"/>
                </a:gs>
              </a:gsLst>
              <a:lin ang="54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951D91E-1A77-C2E0-D1C8-E372A62BCAFC}"/>
                </a:ext>
              </a:extLst>
            </p:cNvPr>
            <p:cNvSpPr txBox="1"/>
            <p:nvPr/>
          </p:nvSpPr>
          <p:spPr>
            <a:xfrm>
              <a:off x="113514" y="3338051"/>
              <a:ext cx="7594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Certain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993DE2B-C91A-C992-6BA9-35F3965D867C}"/>
                </a:ext>
              </a:extLst>
            </p:cNvPr>
            <p:cNvSpPr txBox="1"/>
            <p:nvPr/>
          </p:nvSpPr>
          <p:spPr>
            <a:xfrm>
              <a:off x="26139" y="496067"/>
              <a:ext cx="95019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Uncertain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6EAF49B8-704C-7331-FA76-A74BFE5F3341}"/>
              </a:ext>
            </a:extLst>
          </p:cNvPr>
          <p:cNvSpPr txBox="1"/>
          <p:nvPr/>
        </p:nvSpPr>
        <p:spPr>
          <a:xfrm>
            <a:off x="977400" y="-20675"/>
            <a:ext cx="14970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Weather sources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34E594B-4115-C708-5F5B-2040FD3CB843}"/>
              </a:ext>
            </a:extLst>
          </p:cNvPr>
          <p:cNvGrpSpPr/>
          <p:nvPr/>
        </p:nvGrpSpPr>
        <p:grpSpPr>
          <a:xfrm>
            <a:off x="2720678" y="475422"/>
            <a:ext cx="8475777" cy="468000"/>
            <a:chOff x="2626084" y="291254"/>
            <a:chExt cx="7526908" cy="844560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ADA673E-483A-D546-32E2-BAE37CA1E2BB}"/>
                </a:ext>
              </a:extLst>
            </p:cNvPr>
            <p:cNvSpPr/>
            <p:nvPr/>
          </p:nvSpPr>
          <p:spPr>
            <a:xfrm>
              <a:off x="2626084" y="300395"/>
              <a:ext cx="7526908" cy="699119"/>
            </a:xfrm>
            <a:custGeom>
              <a:avLst/>
              <a:gdLst>
                <a:gd name="connsiteX0" fmla="*/ 0 w 7526908"/>
                <a:gd name="connsiteY0" fmla="*/ 207204 h 699119"/>
                <a:gd name="connsiteX1" fmla="*/ 1130613 w 7526908"/>
                <a:gd name="connsiteY1" fmla="*/ 513505 h 699119"/>
                <a:gd name="connsiteX2" fmla="*/ 2666625 w 7526908"/>
                <a:gd name="connsiteY2" fmla="*/ 689178 h 699119"/>
                <a:gd name="connsiteX3" fmla="*/ 3999937 w 7526908"/>
                <a:gd name="connsiteY3" fmla="*/ 662151 h 699119"/>
                <a:gd name="connsiteX4" fmla="*/ 5085505 w 7526908"/>
                <a:gd name="connsiteY4" fmla="*/ 536027 h 699119"/>
                <a:gd name="connsiteX5" fmla="*/ 6067472 w 7526908"/>
                <a:gd name="connsiteY5" fmla="*/ 324319 h 699119"/>
                <a:gd name="connsiteX6" fmla="*/ 6684579 w 7526908"/>
                <a:gd name="connsiteY6" fmla="*/ 153150 h 699119"/>
                <a:gd name="connsiteX7" fmla="*/ 7094483 w 7526908"/>
                <a:gd name="connsiteY7" fmla="*/ 90088 h 699119"/>
                <a:gd name="connsiteX8" fmla="*/ 7526908 w 7526908"/>
                <a:gd name="connsiteY8" fmla="*/ 0 h 699119"/>
                <a:gd name="connsiteX9" fmla="*/ 7526908 w 7526908"/>
                <a:gd name="connsiteY9" fmla="*/ 0 h 699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26908" h="699119" extrusionOk="0">
                  <a:moveTo>
                    <a:pt x="0" y="207204"/>
                  </a:moveTo>
                  <a:cubicBezTo>
                    <a:pt x="297967" y="292358"/>
                    <a:pt x="669867" y="439297"/>
                    <a:pt x="1130613" y="513505"/>
                  </a:cubicBezTo>
                  <a:cubicBezTo>
                    <a:pt x="1582913" y="595489"/>
                    <a:pt x="2140775" y="665918"/>
                    <a:pt x="2666625" y="689178"/>
                  </a:cubicBezTo>
                  <a:cubicBezTo>
                    <a:pt x="3095543" y="762099"/>
                    <a:pt x="3592241" y="712821"/>
                    <a:pt x="3999937" y="662151"/>
                  </a:cubicBezTo>
                  <a:cubicBezTo>
                    <a:pt x="4365298" y="615953"/>
                    <a:pt x="4751997" y="597627"/>
                    <a:pt x="5085505" y="536027"/>
                  </a:cubicBezTo>
                  <a:cubicBezTo>
                    <a:pt x="5439549" y="480844"/>
                    <a:pt x="5811825" y="365772"/>
                    <a:pt x="6067472" y="324319"/>
                  </a:cubicBezTo>
                  <a:cubicBezTo>
                    <a:pt x="6313080" y="257305"/>
                    <a:pt x="6495313" y="209227"/>
                    <a:pt x="6684579" y="153150"/>
                  </a:cubicBezTo>
                  <a:cubicBezTo>
                    <a:pt x="6854690" y="104032"/>
                    <a:pt x="6952380" y="117996"/>
                    <a:pt x="7094483" y="90088"/>
                  </a:cubicBezTo>
                  <a:cubicBezTo>
                    <a:pt x="7234871" y="64563"/>
                    <a:pt x="7526908" y="0"/>
                    <a:pt x="7526908" y="0"/>
                  </a:cubicBezTo>
                  <a:lnTo>
                    <a:pt x="7526908" y="0"/>
                  </a:lnTo>
                </a:path>
              </a:pathLst>
            </a:custGeom>
            <a:noFill/>
            <a:ln w="38100"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7526908"/>
                        <a:gd name="connsiteY0" fmla="*/ 207204 h 699119"/>
                        <a:gd name="connsiteX1" fmla="*/ 1130613 w 7526908"/>
                        <a:gd name="connsiteY1" fmla="*/ 513505 h 699119"/>
                        <a:gd name="connsiteX2" fmla="*/ 2666625 w 7526908"/>
                        <a:gd name="connsiteY2" fmla="*/ 689178 h 699119"/>
                        <a:gd name="connsiteX3" fmla="*/ 3999937 w 7526908"/>
                        <a:gd name="connsiteY3" fmla="*/ 662151 h 699119"/>
                        <a:gd name="connsiteX4" fmla="*/ 5085505 w 7526908"/>
                        <a:gd name="connsiteY4" fmla="*/ 536027 h 699119"/>
                        <a:gd name="connsiteX5" fmla="*/ 6067472 w 7526908"/>
                        <a:gd name="connsiteY5" fmla="*/ 324319 h 699119"/>
                        <a:gd name="connsiteX6" fmla="*/ 6684579 w 7526908"/>
                        <a:gd name="connsiteY6" fmla="*/ 153150 h 699119"/>
                        <a:gd name="connsiteX7" fmla="*/ 7094483 w 7526908"/>
                        <a:gd name="connsiteY7" fmla="*/ 90088 h 699119"/>
                        <a:gd name="connsiteX8" fmla="*/ 7526908 w 7526908"/>
                        <a:gd name="connsiteY8" fmla="*/ 0 h 699119"/>
                        <a:gd name="connsiteX9" fmla="*/ 7526908 w 7526908"/>
                        <a:gd name="connsiteY9" fmla="*/ 0 h 6991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526908" h="699119">
                          <a:moveTo>
                            <a:pt x="0" y="207204"/>
                          </a:moveTo>
                          <a:cubicBezTo>
                            <a:pt x="343088" y="320190"/>
                            <a:pt x="686176" y="433176"/>
                            <a:pt x="1130613" y="513505"/>
                          </a:cubicBezTo>
                          <a:cubicBezTo>
                            <a:pt x="1575051" y="593834"/>
                            <a:pt x="2188404" y="664404"/>
                            <a:pt x="2666625" y="689178"/>
                          </a:cubicBezTo>
                          <a:cubicBezTo>
                            <a:pt x="3144846" y="713952"/>
                            <a:pt x="3596790" y="687676"/>
                            <a:pt x="3999937" y="662151"/>
                          </a:cubicBezTo>
                          <a:cubicBezTo>
                            <a:pt x="4403084" y="636626"/>
                            <a:pt x="4740916" y="592332"/>
                            <a:pt x="5085505" y="536027"/>
                          </a:cubicBezTo>
                          <a:cubicBezTo>
                            <a:pt x="5430094" y="479722"/>
                            <a:pt x="5800960" y="388132"/>
                            <a:pt x="6067472" y="324319"/>
                          </a:cubicBezTo>
                          <a:cubicBezTo>
                            <a:pt x="6333984" y="260506"/>
                            <a:pt x="6513411" y="192188"/>
                            <a:pt x="6684579" y="153150"/>
                          </a:cubicBezTo>
                          <a:cubicBezTo>
                            <a:pt x="6855747" y="114112"/>
                            <a:pt x="6954095" y="115613"/>
                            <a:pt x="7094483" y="90088"/>
                          </a:cubicBezTo>
                          <a:cubicBezTo>
                            <a:pt x="7234871" y="64563"/>
                            <a:pt x="7526908" y="0"/>
                            <a:pt x="7526908" y="0"/>
                          </a:cubicBezTo>
                          <a:lnTo>
                            <a:pt x="7526908" y="0"/>
                          </a:lnTo>
                        </a:path>
                      </a:pathLst>
                    </a:cu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12BC9B7-2E05-3F9A-4BA6-08A14E2A01DD}"/>
                    </a:ext>
                  </a:extLst>
                </p14:cNvPr>
                <p14:cNvContentPartPr/>
                <p14:nvPr/>
              </p14:nvContentPartPr>
              <p14:xfrm>
                <a:off x="2679916" y="291254"/>
                <a:ext cx="7360200" cy="646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12BC9B7-2E05-3F9A-4BA6-08A14E2A01D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599990" y="-33470"/>
                  <a:ext cx="7519732" cy="12949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B4365B5-32E9-0E9E-D836-624C9267C709}"/>
                    </a:ext>
                  </a:extLst>
                </p14:cNvPr>
                <p14:cNvContentPartPr/>
                <p14:nvPr/>
              </p14:nvContentPartPr>
              <p14:xfrm>
                <a:off x="2679916" y="490694"/>
                <a:ext cx="7250400" cy="645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B4365B5-32E9-0E9E-D836-624C9267C70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99992" y="166187"/>
                  <a:ext cx="7409929" cy="1293485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E1F9038-22ED-9026-696F-83B5E3A1E005}"/>
              </a:ext>
            </a:extLst>
          </p:cNvPr>
          <p:cNvCxnSpPr>
            <a:cxnSpLocks/>
          </p:cNvCxnSpPr>
          <p:nvPr/>
        </p:nvCxnSpPr>
        <p:spPr>
          <a:xfrm>
            <a:off x="2487707" y="3292457"/>
            <a:ext cx="1150090" cy="153888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Arrow: Down 44">
            <a:extLst>
              <a:ext uri="{FF2B5EF4-FFF2-40B4-BE49-F238E27FC236}">
                <a16:creationId xmlns:a16="http://schemas.microsoft.com/office/drawing/2014/main" id="{B4E043FB-E16E-19BF-169A-094E2058CBC1}"/>
              </a:ext>
            </a:extLst>
          </p:cNvPr>
          <p:cNvSpPr/>
          <p:nvPr/>
        </p:nvSpPr>
        <p:spPr>
          <a:xfrm rot="10800000">
            <a:off x="3148323" y="5967196"/>
            <a:ext cx="905391" cy="4001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9870164-92E2-499E-62D9-B5CB5F51778B}"/>
              </a:ext>
            </a:extLst>
          </p:cNvPr>
          <p:cNvGrpSpPr/>
          <p:nvPr/>
        </p:nvGrpSpPr>
        <p:grpSpPr>
          <a:xfrm>
            <a:off x="3889503" y="4286938"/>
            <a:ext cx="7526908" cy="468000"/>
            <a:chOff x="2626084" y="291254"/>
            <a:chExt cx="7526908" cy="844560"/>
          </a:xfrm>
        </p:grpSpPr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990DBA71-3943-3DF2-BF1C-98CE7A5ECEB2}"/>
                </a:ext>
              </a:extLst>
            </p:cNvPr>
            <p:cNvSpPr/>
            <p:nvPr/>
          </p:nvSpPr>
          <p:spPr>
            <a:xfrm>
              <a:off x="2626084" y="300395"/>
              <a:ext cx="7526908" cy="699119"/>
            </a:xfrm>
            <a:custGeom>
              <a:avLst/>
              <a:gdLst>
                <a:gd name="connsiteX0" fmla="*/ 0 w 7526908"/>
                <a:gd name="connsiteY0" fmla="*/ 207204 h 699119"/>
                <a:gd name="connsiteX1" fmla="*/ 1130613 w 7526908"/>
                <a:gd name="connsiteY1" fmla="*/ 513505 h 699119"/>
                <a:gd name="connsiteX2" fmla="*/ 2666625 w 7526908"/>
                <a:gd name="connsiteY2" fmla="*/ 689178 h 699119"/>
                <a:gd name="connsiteX3" fmla="*/ 3999937 w 7526908"/>
                <a:gd name="connsiteY3" fmla="*/ 662151 h 699119"/>
                <a:gd name="connsiteX4" fmla="*/ 5085505 w 7526908"/>
                <a:gd name="connsiteY4" fmla="*/ 536027 h 699119"/>
                <a:gd name="connsiteX5" fmla="*/ 6067472 w 7526908"/>
                <a:gd name="connsiteY5" fmla="*/ 324319 h 699119"/>
                <a:gd name="connsiteX6" fmla="*/ 6684579 w 7526908"/>
                <a:gd name="connsiteY6" fmla="*/ 153150 h 699119"/>
                <a:gd name="connsiteX7" fmla="*/ 7094483 w 7526908"/>
                <a:gd name="connsiteY7" fmla="*/ 90088 h 699119"/>
                <a:gd name="connsiteX8" fmla="*/ 7526908 w 7526908"/>
                <a:gd name="connsiteY8" fmla="*/ 0 h 699119"/>
                <a:gd name="connsiteX9" fmla="*/ 7526908 w 7526908"/>
                <a:gd name="connsiteY9" fmla="*/ 0 h 699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26908" h="699119" extrusionOk="0">
                  <a:moveTo>
                    <a:pt x="0" y="207204"/>
                  </a:moveTo>
                  <a:cubicBezTo>
                    <a:pt x="297967" y="292358"/>
                    <a:pt x="669867" y="439297"/>
                    <a:pt x="1130613" y="513505"/>
                  </a:cubicBezTo>
                  <a:cubicBezTo>
                    <a:pt x="1582913" y="595489"/>
                    <a:pt x="2140775" y="665918"/>
                    <a:pt x="2666625" y="689178"/>
                  </a:cubicBezTo>
                  <a:cubicBezTo>
                    <a:pt x="3095543" y="762099"/>
                    <a:pt x="3592241" y="712821"/>
                    <a:pt x="3999937" y="662151"/>
                  </a:cubicBezTo>
                  <a:cubicBezTo>
                    <a:pt x="4365298" y="615953"/>
                    <a:pt x="4751997" y="597627"/>
                    <a:pt x="5085505" y="536027"/>
                  </a:cubicBezTo>
                  <a:cubicBezTo>
                    <a:pt x="5439549" y="480844"/>
                    <a:pt x="5811825" y="365772"/>
                    <a:pt x="6067472" y="324319"/>
                  </a:cubicBezTo>
                  <a:cubicBezTo>
                    <a:pt x="6313080" y="257305"/>
                    <a:pt x="6495313" y="209227"/>
                    <a:pt x="6684579" y="153150"/>
                  </a:cubicBezTo>
                  <a:cubicBezTo>
                    <a:pt x="6854690" y="104032"/>
                    <a:pt x="6952380" y="117996"/>
                    <a:pt x="7094483" y="90088"/>
                  </a:cubicBezTo>
                  <a:cubicBezTo>
                    <a:pt x="7234871" y="64563"/>
                    <a:pt x="7526908" y="0"/>
                    <a:pt x="7526908" y="0"/>
                  </a:cubicBezTo>
                  <a:lnTo>
                    <a:pt x="7526908" y="0"/>
                  </a:lnTo>
                </a:path>
              </a:pathLst>
            </a:custGeom>
            <a:noFill/>
            <a:ln w="38100"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7526908"/>
                        <a:gd name="connsiteY0" fmla="*/ 207204 h 699119"/>
                        <a:gd name="connsiteX1" fmla="*/ 1130613 w 7526908"/>
                        <a:gd name="connsiteY1" fmla="*/ 513505 h 699119"/>
                        <a:gd name="connsiteX2" fmla="*/ 2666625 w 7526908"/>
                        <a:gd name="connsiteY2" fmla="*/ 689178 h 699119"/>
                        <a:gd name="connsiteX3" fmla="*/ 3999937 w 7526908"/>
                        <a:gd name="connsiteY3" fmla="*/ 662151 h 699119"/>
                        <a:gd name="connsiteX4" fmla="*/ 5085505 w 7526908"/>
                        <a:gd name="connsiteY4" fmla="*/ 536027 h 699119"/>
                        <a:gd name="connsiteX5" fmla="*/ 6067472 w 7526908"/>
                        <a:gd name="connsiteY5" fmla="*/ 324319 h 699119"/>
                        <a:gd name="connsiteX6" fmla="*/ 6684579 w 7526908"/>
                        <a:gd name="connsiteY6" fmla="*/ 153150 h 699119"/>
                        <a:gd name="connsiteX7" fmla="*/ 7094483 w 7526908"/>
                        <a:gd name="connsiteY7" fmla="*/ 90088 h 699119"/>
                        <a:gd name="connsiteX8" fmla="*/ 7526908 w 7526908"/>
                        <a:gd name="connsiteY8" fmla="*/ 0 h 699119"/>
                        <a:gd name="connsiteX9" fmla="*/ 7526908 w 7526908"/>
                        <a:gd name="connsiteY9" fmla="*/ 0 h 6991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526908" h="699119">
                          <a:moveTo>
                            <a:pt x="0" y="207204"/>
                          </a:moveTo>
                          <a:cubicBezTo>
                            <a:pt x="343088" y="320190"/>
                            <a:pt x="686176" y="433176"/>
                            <a:pt x="1130613" y="513505"/>
                          </a:cubicBezTo>
                          <a:cubicBezTo>
                            <a:pt x="1575051" y="593834"/>
                            <a:pt x="2188404" y="664404"/>
                            <a:pt x="2666625" y="689178"/>
                          </a:cubicBezTo>
                          <a:cubicBezTo>
                            <a:pt x="3144846" y="713952"/>
                            <a:pt x="3596790" y="687676"/>
                            <a:pt x="3999937" y="662151"/>
                          </a:cubicBezTo>
                          <a:cubicBezTo>
                            <a:pt x="4403084" y="636626"/>
                            <a:pt x="4740916" y="592332"/>
                            <a:pt x="5085505" y="536027"/>
                          </a:cubicBezTo>
                          <a:cubicBezTo>
                            <a:pt x="5430094" y="479722"/>
                            <a:pt x="5800960" y="388132"/>
                            <a:pt x="6067472" y="324319"/>
                          </a:cubicBezTo>
                          <a:cubicBezTo>
                            <a:pt x="6333984" y="260506"/>
                            <a:pt x="6513411" y="192188"/>
                            <a:pt x="6684579" y="153150"/>
                          </a:cubicBezTo>
                          <a:cubicBezTo>
                            <a:pt x="6855747" y="114112"/>
                            <a:pt x="6954095" y="115613"/>
                            <a:pt x="7094483" y="90088"/>
                          </a:cubicBezTo>
                          <a:cubicBezTo>
                            <a:pt x="7234871" y="64563"/>
                            <a:pt x="7526908" y="0"/>
                            <a:pt x="7526908" y="0"/>
                          </a:cubicBezTo>
                          <a:lnTo>
                            <a:pt x="7526908" y="0"/>
                          </a:lnTo>
                        </a:path>
                      </a:pathLst>
                    </a:cu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899A654-B387-D949-3088-F48CA48D2232}"/>
                    </a:ext>
                  </a:extLst>
                </p14:cNvPr>
                <p14:cNvContentPartPr/>
                <p14:nvPr/>
              </p14:nvContentPartPr>
              <p14:xfrm>
                <a:off x="2679916" y="291254"/>
                <a:ext cx="7360200" cy="6462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899A654-B387-D949-3088-F48CA48D223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89916" y="-33470"/>
                  <a:ext cx="7539840" cy="12949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981C4B4-DC29-A543-65CC-B88B6517A137}"/>
                    </a:ext>
                  </a:extLst>
                </p14:cNvPr>
                <p14:cNvContentPartPr/>
                <p14:nvPr/>
              </p14:nvContentPartPr>
              <p14:xfrm>
                <a:off x="2679916" y="490694"/>
                <a:ext cx="7250400" cy="6451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981C4B4-DC29-A543-65CC-B88B6517A13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89916" y="166187"/>
                  <a:ext cx="7430040" cy="1293485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A6F1D6C9-8645-6AA5-EE6C-26764BA479CA}"/>
              </a:ext>
            </a:extLst>
          </p:cNvPr>
          <p:cNvSpPr txBox="1"/>
          <p:nvPr/>
        </p:nvSpPr>
        <p:spPr>
          <a:xfrm>
            <a:off x="2921542" y="6452872"/>
            <a:ext cx="1362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are here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C1854A9-0B88-FDB4-BE6C-923972416AE4}"/>
              </a:ext>
            </a:extLst>
          </p:cNvPr>
          <p:cNvSpPr/>
          <p:nvPr/>
        </p:nvSpPr>
        <p:spPr>
          <a:xfrm>
            <a:off x="3624503" y="4080923"/>
            <a:ext cx="5041684" cy="958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D86EBCF6-6C2F-5DE0-9A5D-54B99A5D0DC7}"/>
              </a:ext>
            </a:extLst>
          </p:cNvPr>
          <p:cNvSpPr/>
          <p:nvPr/>
        </p:nvSpPr>
        <p:spPr>
          <a:xfrm>
            <a:off x="3612213" y="4590751"/>
            <a:ext cx="5053974" cy="317689"/>
          </a:xfrm>
          <a:custGeom>
            <a:avLst/>
            <a:gdLst>
              <a:gd name="connsiteX0" fmla="*/ 0 w 5053974"/>
              <a:gd name="connsiteY0" fmla="*/ 23173 h 543300"/>
              <a:gd name="connsiteX1" fmla="*/ 837825 w 5053974"/>
              <a:gd name="connsiteY1" fmla="*/ 284430 h 543300"/>
              <a:gd name="connsiteX2" fmla="*/ 1310790 w 5053974"/>
              <a:gd name="connsiteY2" fmla="*/ 406050 h 543300"/>
              <a:gd name="connsiteX3" fmla="*/ 1441419 w 5053974"/>
              <a:gd name="connsiteY3" fmla="*/ 221368 h 543300"/>
              <a:gd name="connsiteX4" fmla="*/ 1603578 w 5053974"/>
              <a:gd name="connsiteY4" fmla="*/ 90739 h 543300"/>
              <a:gd name="connsiteX5" fmla="*/ 1698171 w 5053974"/>
              <a:gd name="connsiteY5" fmla="*/ 248394 h 543300"/>
              <a:gd name="connsiteX6" fmla="*/ 1806278 w 5053974"/>
              <a:gd name="connsiteY6" fmla="*/ 370014 h 543300"/>
              <a:gd name="connsiteX7" fmla="*/ 2045013 w 5053974"/>
              <a:gd name="connsiteY7" fmla="*/ 311456 h 543300"/>
              <a:gd name="connsiteX8" fmla="*/ 2247712 w 5053974"/>
              <a:gd name="connsiteY8" fmla="*/ 113261 h 543300"/>
              <a:gd name="connsiteX9" fmla="*/ 2382845 w 5053974"/>
              <a:gd name="connsiteY9" fmla="*/ 230377 h 543300"/>
              <a:gd name="connsiteX10" fmla="*/ 2468430 w 5053974"/>
              <a:gd name="connsiteY10" fmla="*/ 379023 h 543300"/>
              <a:gd name="connsiteX11" fmla="*/ 2999953 w 5053974"/>
              <a:gd name="connsiteY11" fmla="*/ 541183 h 543300"/>
              <a:gd name="connsiteX12" fmla="*/ 3549494 w 5053974"/>
              <a:gd name="connsiteY12" fmla="*/ 257403 h 543300"/>
              <a:gd name="connsiteX13" fmla="*/ 3779220 w 5053974"/>
              <a:gd name="connsiteY13" fmla="*/ 149297 h 543300"/>
              <a:gd name="connsiteX14" fmla="*/ 4387318 w 5053974"/>
              <a:gd name="connsiteY14" fmla="*/ 288934 h 543300"/>
              <a:gd name="connsiteX15" fmla="*/ 4585513 w 5053974"/>
              <a:gd name="connsiteY15" fmla="*/ 162810 h 543300"/>
              <a:gd name="connsiteX16" fmla="*/ 4851275 w 5053974"/>
              <a:gd name="connsiteY16" fmla="*/ 45695 h 543300"/>
              <a:gd name="connsiteX17" fmla="*/ 5004426 w 5053974"/>
              <a:gd name="connsiteY17" fmla="*/ 651 h 543300"/>
              <a:gd name="connsiteX18" fmla="*/ 5053974 w 5053974"/>
              <a:gd name="connsiteY18" fmla="*/ 23173 h 54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053974" h="543300">
                <a:moveTo>
                  <a:pt x="0" y="23173"/>
                </a:moveTo>
                <a:lnTo>
                  <a:pt x="837825" y="284430"/>
                </a:lnTo>
                <a:cubicBezTo>
                  <a:pt x="1056290" y="348243"/>
                  <a:pt x="1210191" y="416560"/>
                  <a:pt x="1310790" y="406050"/>
                </a:cubicBezTo>
                <a:cubicBezTo>
                  <a:pt x="1411389" y="395540"/>
                  <a:pt x="1392621" y="273920"/>
                  <a:pt x="1441419" y="221368"/>
                </a:cubicBezTo>
                <a:cubicBezTo>
                  <a:pt x="1490217" y="168816"/>
                  <a:pt x="1560786" y="86235"/>
                  <a:pt x="1603578" y="90739"/>
                </a:cubicBezTo>
                <a:cubicBezTo>
                  <a:pt x="1646370" y="95243"/>
                  <a:pt x="1664388" y="201848"/>
                  <a:pt x="1698171" y="248394"/>
                </a:cubicBezTo>
                <a:cubicBezTo>
                  <a:pt x="1731954" y="294940"/>
                  <a:pt x="1748471" y="359504"/>
                  <a:pt x="1806278" y="370014"/>
                </a:cubicBezTo>
                <a:cubicBezTo>
                  <a:pt x="1864085" y="380524"/>
                  <a:pt x="1971441" y="354248"/>
                  <a:pt x="2045013" y="311456"/>
                </a:cubicBezTo>
                <a:cubicBezTo>
                  <a:pt x="2118585" y="268664"/>
                  <a:pt x="2191407" y="126774"/>
                  <a:pt x="2247712" y="113261"/>
                </a:cubicBezTo>
                <a:cubicBezTo>
                  <a:pt x="2304017" y="99748"/>
                  <a:pt x="2346059" y="186083"/>
                  <a:pt x="2382845" y="230377"/>
                </a:cubicBezTo>
                <a:cubicBezTo>
                  <a:pt x="2419631" y="274671"/>
                  <a:pt x="2365579" y="327222"/>
                  <a:pt x="2468430" y="379023"/>
                </a:cubicBezTo>
                <a:cubicBezTo>
                  <a:pt x="2571281" y="430824"/>
                  <a:pt x="2819776" y="561453"/>
                  <a:pt x="2999953" y="541183"/>
                </a:cubicBezTo>
                <a:cubicBezTo>
                  <a:pt x="3180130" y="520913"/>
                  <a:pt x="3419616" y="322717"/>
                  <a:pt x="3549494" y="257403"/>
                </a:cubicBezTo>
                <a:cubicBezTo>
                  <a:pt x="3679372" y="192089"/>
                  <a:pt x="3639583" y="144042"/>
                  <a:pt x="3779220" y="149297"/>
                </a:cubicBezTo>
                <a:cubicBezTo>
                  <a:pt x="3918857" y="154552"/>
                  <a:pt x="4252936" y="286682"/>
                  <a:pt x="4387318" y="288934"/>
                </a:cubicBezTo>
                <a:cubicBezTo>
                  <a:pt x="4521700" y="291186"/>
                  <a:pt x="4508187" y="203350"/>
                  <a:pt x="4585513" y="162810"/>
                </a:cubicBezTo>
                <a:cubicBezTo>
                  <a:pt x="4662839" y="122270"/>
                  <a:pt x="4781456" y="72721"/>
                  <a:pt x="4851275" y="45695"/>
                </a:cubicBezTo>
                <a:cubicBezTo>
                  <a:pt x="4921094" y="18669"/>
                  <a:pt x="4970643" y="4405"/>
                  <a:pt x="5004426" y="651"/>
                </a:cubicBezTo>
                <a:cubicBezTo>
                  <a:pt x="5038209" y="-3103"/>
                  <a:pt x="5046091" y="10035"/>
                  <a:pt x="5053974" y="23173"/>
                </a:cubicBezTo>
              </a:path>
            </a:pathLst>
          </a:cu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3A9D3A4-3CB3-8410-AEC6-067AA1923D14}"/>
              </a:ext>
            </a:extLst>
          </p:cNvPr>
          <p:cNvSpPr/>
          <p:nvPr/>
        </p:nvSpPr>
        <p:spPr>
          <a:xfrm>
            <a:off x="3629964" y="4080922"/>
            <a:ext cx="456990" cy="958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6F29854-9874-F541-4BD2-D9FA2C61133C}"/>
              </a:ext>
            </a:extLst>
          </p:cNvPr>
          <p:cNvCxnSpPr/>
          <p:nvPr/>
        </p:nvCxnSpPr>
        <p:spPr>
          <a:xfrm>
            <a:off x="3636644" y="4513854"/>
            <a:ext cx="472619" cy="202700"/>
          </a:xfrm>
          <a:prstGeom prst="line">
            <a:avLst/>
          </a:prstGeom>
          <a:ln w="5715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3415FAE-A94D-E5C2-EE2A-30A335814DCA}"/>
              </a:ext>
            </a:extLst>
          </p:cNvPr>
          <p:cNvGrpSpPr/>
          <p:nvPr/>
        </p:nvGrpSpPr>
        <p:grpSpPr>
          <a:xfrm>
            <a:off x="3624503" y="1500391"/>
            <a:ext cx="5053974" cy="530859"/>
            <a:chOff x="3657600" y="1927247"/>
            <a:chExt cx="5053974" cy="907856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D46D88E-453A-BAD8-6D03-ADA8582696DC}"/>
                </a:ext>
              </a:extLst>
            </p:cNvPr>
            <p:cNvSpPr/>
            <p:nvPr/>
          </p:nvSpPr>
          <p:spPr>
            <a:xfrm>
              <a:off x="3657600" y="1927247"/>
              <a:ext cx="5053974" cy="543300"/>
            </a:xfrm>
            <a:custGeom>
              <a:avLst/>
              <a:gdLst>
                <a:gd name="connsiteX0" fmla="*/ 0 w 5053974"/>
                <a:gd name="connsiteY0" fmla="*/ 23173 h 543300"/>
                <a:gd name="connsiteX1" fmla="*/ 837825 w 5053974"/>
                <a:gd name="connsiteY1" fmla="*/ 284430 h 543300"/>
                <a:gd name="connsiteX2" fmla="*/ 1310790 w 5053974"/>
                <a:gd name="connsiteY2" fmla="*/ 406050 h 543300"/>
                <a:gd name="connsiteX3" fmla="*/ 1441419 w 5053974"/>
                <a:gd name="connsiteY3" fmla="*/ 221368 h 543300"/>
                <a:gd name="connsiteX4" fmla="*/ 1603578 w 5053974"/>
                <a:gd name="connsiteY4" fmla="*/ 90739 h 543300"/>
                <a:gd name="connsiteX5" fmla="*/ 1698171 w 5053974"/>
                <a:gd name="connsiteY5" fmla="*/ 248394 h 543300"/>
                <a:gd name="connsiteX6" fmla="*/ 1806278 w 5053974"/>
                <a:gd name="connsiteY6" fmla="*/ 370014 h 543300"/>
                <a:gd name="connsiteX7" fmla="*/ 2045013 w 5053974"/>
                <a:gd name="connsiteY7" fmla="*/ 311456 h 543300"/>
                <a:gd name="connsiteX8" fmla="*/ 2247712 w 5053974"/>
                <a:gd name="connsiteY8" fmla="*/ 113261 h 543300"/>
                <a:gd name="connsiteX9" fmla="*/ 2382845 w 5053974"/>
                <a:gd name="connsiteY9" fmla="*/ 230377 h 543300"/>
                <a:gd name="connsiteX10" fmla="*/ 2468430 w 5053974"/>
                <a:gd name="connsiteY10" fmla="*/ 379023 h 543300"/>
                <a:gd name="connsiteX11" fmla="*/ 2999953 w 5053974"/>
                <a:gd name="connsiteY11" fmla="*/ 541183 h 543300"/>
                <a:gd name="connsiteX12" fmla="*/ 3549494 w 5053974"/>
                <a:gd name="connsiteY12" fmla="*/ 257403 h 543300"/>
                <a:gd name="connsiteX13" fmla="*/ 3779220 w 5053974"/>
                <a:gd name="connsiteY13" fmla="*/ 149297 h 543300"/>
                <a:gd name="connsiteX14" fmla="*/ 4387318 w 5053974"/>
                <a:gd name="connsiteY14" fmla="*/ 288934 h 543300"/>
                <a:gd name="connsiteX15" fmla="*/ 4585513 w 5053974"/>
                <a:gd name="connsiteY15" fmla="*/ 162810 h 543300"/>
                <a:gd name="connsiteX16" fmla="*/ 4851275 w 5053974"/>
                <a:gd name="connsiteY16" fmla="*/ 45695 h 543300"/>
                <a:gd name="connsiteX17" fmla="*/ 5004426 w 5053974"/>
                <a:gd name="connsiteY17" fmla="*/ 651 h 543300"/>
                <a:gd name="connsiteX18" fmla="*/ 5053974 w 5053974"/>
                <a:gd name="connsiteY18" fmla="*/ 23173 h 54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053974" h="543300">
                  <a:moveTo>
                    <a:pt x="0" y="23173"/>
                  </a:moveTo>
                  <a:lnTo>
                    <a:pt x="837825" y="284430"/>
                  </a:lnTo>
                  <a:cubicBezTo>
                    <a:pt x="1056290" y="348243"/>
                    <a:pt x="1210191" y="416560"/>
                    <a:pt x="1310790" y="406050"/>
                  </a:cubicBezTo>
                  <a:cubicBezTo>
                    <a:pt x="1411389" y="395540"/>
                    <a:pt x="1392621" y="273920"/>
                    <a:pt x="1441419" y="221368"/>
                  </a:cubicBezTo>
                  <a:cubicBezTo>
                    <a:pt x="1490217" y="168816"/>
                    <a:pt x="1560786" y="86235"/>
                    <a:pt x="1603578" y="90739"/>
                  </a:cubicBezTo>
                  <a:cubicBezTo>
                    <a:pt x="1646370" y="95243"/>
                    <a:pt x="1664388" y="201848"/>
                    <a:pt x="1698171" y="248394"/>
                  </a:cubicBezTo>
                  <a:cubicBezTo>
                    <a:pt x="1731954" y="294940"/>
                    <a:pt x="1748471" y="359504"/>
                    <a:pt x="1806278" y="370014"/>
                  </a:cubicBezTo>
                  <a:cubicBezTo>
                    <a:pt x="1864085" y="380524"/>
                    <a:pt x="1971441" y="354248"/>
                    <a:pt x="2045013" y="311456"/>
                  </a:cubicBezTo>
                  <a:cubicBezTo>
                    <a:pt x="2118585" y="268664"/>
                    <a:pt x="2191407" y="126774"/>
                    <a:pt x="2247712" y="113261"/>
                  </a:cubicBezTo>
                  <a:cubicBezTo>
                    <a:pt x="2304017" y="99748"/>
                    <a:pt x="2346059" y="186083"/>
                    <a:pt x="2382845" y="230377"/>
                  </a:cubicBezTo>
                  <a:cubicBezTo>
                    <a:pt x="2419631" y="274671"/>
                    <a:pt x="2365579" y="327222"/>
                    <a:pt x="2468430" y="379023"/>
                  </a:cubicBezTo>
                  <a:cubicBezTo>
                    <a:pt x="2571281" y="430824"/>
                    <a:pt x="2819776" y="561453"/>
                    <a:pt x="2999953" y="541183"/>
                  </a:cubicBezTo>
                  <a:cubicBezTo>
                    <a:pt x="3180130" y="520913"/>
                    <a:pt x="3419616" y="322717"/>
                    <a:pt x="3549494" y="257403"/>
                  </a:cubicBezTo>
                  <a:cubicBezTo>
                    <a:pt x="3679372" y="192089"/>
                    <a:pt x="3639583" y="144042"/>
                    <a:pt x="3779220" y="149297"/>
                  </a:cubicBezTo>
                  <a:cubicBezTo>
                    <a:pt x="3918857" y="154552"/>
                    <a:pt x="4252936" y="286682"/>
                    <a:pt x="4387318" y="288934"/>
                  </a:cubicBezTo>
                  <a:cubicBezTo>
                    <a:pt x="4521700" y="291186"/>
                    <a:pt x="4508187" y="203350"/>
                    <a:pt x="4585513" y="162810"/>
                  </a:cubicBezTo>
                  <a:cubicBezTo>
                    <a:pt x="4662839" y="122270"/>
                    <a:pt x="4781456" y="72721"/>
                    <a:pt x="4851275" y="45695"/>
                  </a:cubicBezTo>
                  <a:cubicBezTo>
                    <a:pt x="4921094" y="18669"/>
                    <a:pt x="4970643" y="4405"/>
                    <a:pt x="5004426" y="651"/>
                  </a:cubicBezTo>
                  <a:cubicBezTo>
                    <a:pt x="5038209" y="-3103"/>
                    <a:pt x="5046091" y="10035"/>
                    <a:pt x="5053974" y="23173"/>
                  </a:cubicBezTo>
                </a:path>
              </a:pathLst>
            </a:cu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86CAAAAB-71BB-D654-E7E8-06CDEF4D22B0}"/>
                </a:ext>
              </a:extLst>
            </p:cNvPr>
            <p:cNvSpPr/>
            <p:nvPr/>
          </p:nvSpPr>
          <p:spPr>
            <a:xfrm>
              <a:off x="3693635" y="1981951"/>
              <a:ext cx="5005649" cy="853152"/>
            </a:xfrm>
            <a:custGeom>
              <a:avLst/>
              <a:gdLst>
                <a:gd name="connsiteX0" fmla="*/ 0 w 5005649"/>
                <a:gd name="connsiteY0" fmla="*/ 0 h 853152"/>
                <a:gd name="connsiteX1" fmla="*/ 409904 w 5005649"/>
                <a:gd name="connsiteY1" fmla="*/ 144142 h 853152"/>
                <a:gd name="connsiteX2" fmla="*/ 662152 w 5005649"/>
                <a:gd name="connsiteY2" fmla="*/ 76575 h 853152"/>
                <a:gd name="connsiteX3" fmla="*/ 887374 w 5005649"/>
                <a:gd name="connsiteY3" fmla="*/ 166664 h 853152"/>
                <a:gd name="connsiteX4" fmla="*/ 891878 w 5005649"/>
                <a:gd name="connsiteY4" fmla="*/ 360354 h 853152"/>
                <a:gd name="connsiteX5" fmla="*/ 1387366 w 5005649"/>
                <a:gd name="connsiteY5" fmla="*/ 405399 h 853152"/>
                <a:gd name="connsiteX6" fmla="*/ 1630605 w 5005649"/>
                <a:gd name="connsiteY6" fmla="*/ 297292 h 853152"/>
                <a:gd name="connsiteX7" fmla="*/ 2049518 w 5005649"/>
                <a:gd name="connsiteY7" fmla="*/ 81080 h 853152"/>
                <a:gd name="connsiteX8" fmla="*/ 2238704 w 5005649"/>
                <a:gd name="connsiteY8" fmla="*/ 414408 h 853152"/>
                <a:gd name="connsiteX9" fmla="*/ 2779236 w 5005649"/>
                <a:gd name="connsiteY9" fmla="*/ 319815 h 853152"/>
                <a:gd name="connsiteX10" fmla="*/ 2999953 w 5005649"/>
                <a:gd name="connsiteY10" fmla="*/ 189186 h 853152"/>
                <a:gd name="connsiteX11" fmla="*/ 3193644 w 5005649"/>
                <a:gd name="connsiteY11" fmla="*/ 216213 h 853152"/>
                <a:gd name="connsiteX12" fmla="*/ 3774716 w 5005649"/>
                <a:gd name="connsiteY12" fmla="*/ 423416 h 853152"/>
                <a:gd name="connsiteX13" fmla="*/ 4414345 w 5005649"/>
                <a:gd name="connsiteY13" fmla="*/ 499992 h 853152"/>
                <a:gd name="connsiteX14" fmla="*/ 4837762 w 5005649"/>
                <a:gd name="connsiteY14" fmla="*/ 810798 h 853152"/>
                <a:gd name="connsiteX15" fmla="*/ 4990913 w 5005649"/>
                <a:gd name="connsiteY15" fmla="*/ 851338 h 853152"/>
                <a:gd name="connsiteX16" fmla="*/ 4990913 w 5005649"/>
                <a:gd name="connsiteY16" fmla="*/ 842329 h 853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005649" h="853152">
                  <a:moveTo>
                    <a:pt x="0" y="0"/>
                  </a:moveTo>
                  <a:cubicBezTo>
                    <a:pt x="149772" y="65690"/>
                    <a:pt x="299545" y="131380"/>
                    <a:pt x="409904" y="144142"/>
                  </a:cubicBezTo>
                  <a:cubicBezTo>
                    <a:pt x="520263" y="156904"/>
                    <a:pt x="582574" y="72821"/>
                    <a:pt x="662152" y="76575"/>
                  </a:cubicBezTo>
                  <a:cubicBezTo>
                    <a:pt x="741730" y="80329"/>
                    <a:pt x="849086" y="119368"/>
                    <a:pt x="887374" y="166664"/>
                  </a:cubicBezTo>
                  <a:cubicBezTo>
                    <a:pt x="925662" y="213961"/>
                    <a:pt x="808546" y="320565"/>
                    <a:pt x="891878" y="360354"/>
                  </a:cubicBezTo>
                  <a:cubicBezTo>
                    <a:pt x="975210" y="400143"/>
                    <a:pt x="1264245" y="415909"/>
                    <a:pt x="1387366" y="405399"/>
                  </a:cubicBezTo>
                  <a:cubicBezTo>
                    <a:pt x="1510487" y="394889"/>
                    <a:pt x="1520246" y="351345"/>
                    <a:pt x="1630605" y="297292"/>
                  </a:cubicBezTo>
                  <a:cubicBezTo>
                    <a:pt x="1740964" y="243239"/>
                    <a:pt x="1948168" y="61561"/>
                    <a:pt x="2049518" y="81080"/>
                  </a:cubicBezTo>
                  <a:cubicBezTo>
                    <a:pt x="2150868" y="100599"/>
                    <a:pt x="2117084" y="374619"/>
                    <a:pt x="2238704" y="414408"/>
                  </a:cubicBezTo>
                  <a:cubicBezTo>
                    <a:pt x="2360324" y="454197"/>
                    <a:pt x="2652361" y="357352"/>
                    <a:pt x="2779236" y="319815"/>
                  </a:cubicBezTo>
                  <a:cubicBezTo>
                    <a:pt x="2906111" y="282278"/>
                    <a:pt x="2930885" y="206453"/>
                    <a:pt x="2999953" y="189186"/>
                  </a:cubicBezTo>
                  <a:cubicBezTo>
                    <a:pt x="3069021" y="171919"/>
                    <a:pt x="3064517" y="177175"/>
                    <a:pt x="3193644" y="216213"/>
                  </a:cubicBezTo>
                  <a:cubicBezTo>
                    <a:pt x="3322771" y="255251"/>
                    <a:pt x="3571266" y="376120"/>
                    <a:pt x="3774716" y="423416"/>
                  </a:cubicBezTo>
                  <a:cubicBezTo>
                    <a:pt x="3978166" y="470712"/>
                    <a:pt x="4237171" y="435428"/>
                    <a:pt x="4414345" y="499992"/>
                  </a:cubicBezTo>
                  <a:cubicBezTo>
                    <a:pt x="4591519" y="564556"/>
                    <a:pt x="4741667" y="752240"/>
                    <a:pt x="4837762" y="810798"/>
                  </a:cubicBezTo>
                  <a:cubicBezTo>
                    <a:pt x="4933857" y="869356"/>
                    <a:pt x="4965388" y="846083"/>
                    <a:pt x="4990913" y="851338"/>
                  </a:cubicBezTo>
                  <a:cubicBezTo>
                    <a:pt x="5016438" y="856593"/>
                    <a:pt x="5003675" y="849461"/>
                    <a:pt x="4990913" y="842329"/>
                  </a:cubicBezTo>
                </a:path>
              </a:pathLst>
            </a:cu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BD5BB6DB-F2AA-8D78-DF77-A261588BDA1B}"/>
                </a:ext>
              </a:extLst>
            </p:cNvPr>
            <p:cNvSpPr/>
            <p:nvPr/>
          </p:nvSpPr>
          <p:spPr>
            <a:xfrm>
              <a:off x="3702644" y="1981884"/>
              <a:ext cx="4972895" cy="578323"/>
            </a:xfrm>
            <a:custGeom>
              <a:avLst/>
              <a:gdLst>
                <a:gd name="connsiteX0" fmla="*/ 0 w 4972895"/>
                <a:gd name="connsiteY0" fmla="*/ 76642 h 578323"/>
                <a:gd name="connsiteX1" fmla="*/ 486479 w 4972895"/>
                <a:gd name="connsiteY1" fmla="*/ 234297 h 578323"/>
                <a:gd name="connsiteX2" fmla="*/ 837825 w 4972895"/>
                <a:gd name="connsiteY2" fmla="*/ 297359 h 578323"/>
                <a:gd name="connsiteX3" fmla="*/ 1193675 w 4972895"/>
                <a:gd name="connsiteY3" fmla="*/ 117182 h 578323"/>
                <a:gd name="connsiteX4" fmla="*/ 1572048 w 4972895"/>
                <a:gd name="connsiteY4" fmla="*/ 58624 h 578323"/>
                <a:gd name="connsiteX5" fmla="*/ 1896367 w 4972895"/>
                <a:gd name="connsiteY5" fmla="*/ 270333 h 578323"/>
                <a:gd name="connsiteX6" fmla="*/ 2013482 w 4972895"/>
                <a:gd name="connsiteY6" fmla="*/ 513572 h 578323"/>
                <a:gd name="connsiteX7" fmla="*/ 2635094 w 4972895"/>
                <a:gd name="connsiteY7" fmla="*/ 301864 h 578323"/>
                <a:gd name="connsiteX8" fmla="*/ 2887342 w 4972895"/>
                <a:gd name="connsiteY8" fmla="*/ 67 h 578323"/>
                <a:gd name="connsiteX9" fmla="*/ 3252201 w 4972895"/>
                <a:gd name="connsiteY9" fmla="*/ 328890 h 578323"/>
                <a:gd name="connsiteX10" fmla="*/ 3513458 w 4972895"/>
                <a:gd name="connsiteY10" fmla="*/ 527085 h 578323"/>
                <a:gd name="connsiteX11" fmla="*/ 3900840 w 4972895"/>
                <a:gd name="connsiteY11" fmla="*/ 558616 h 578323"/>
                <a:gd name="connsiteX12" fmla="*/ 4076513 w 4972895"/>
                <a:gd name="connsiteY12" fmla="*/ 265828 h 578323"/>
                <a:gd name="connsiteX13" fmla="*/ 4513443 w 4972895"/>
                <a:gd name="connsiteY13" fmla="*/ 310873 h 578323"/>
                <a:gd name="connsiteX14" fmla="*/ 4851275 w 4972895"/>
                <a:gd name="connsiteY14" fmla="*/ 342404 h 578323"/>
                <a:gd name="connsiteX15" fmla="*/ 4972895 w 4972895"/>
                <a:gd name="connsiteY15" fmla="*/ 378439 h 578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72895" h="578323">
                  <a:moveTo>
                    <a:pt x="0" y="76642"/>
                  </a:moveTo>
                  <a:cubicBezTo>
                    <a:pt x="173421" y="137076"/>
                    <a:pt x="346842" y="197511"/>
                    <a:pt x="486479" y="234297"/>
                  </a:cubicBezTo>
                  <a:cubicBezTo>
                    <a:pt x="626116" y="271083"/>
                    <a:pt x="719959" y="316878"/>
                    <a:pt x="837825" y="297359"/>
                  </a:cubicBezTo>
                  <a:cubicBezTo>
                    <a:pt x="955691" y="277840"/>
                    <a:pt x="1071305" y="156971"/>
                    <a:pt x="1193675" y="117182"/>
                  </a:cubicBezTo>
                  <a:cubicBezTo>
                    <a:pt x="1316046" y="77393"/>
                    <a:pt x="1454933" y="33099"/>
                    <a:pt x="1572048" y="58624"/>
                  </a:cubicBezTo>
                  <a:cubicBezTo>
                    <a:pt x="1689163" y="84149"/>
                    <a:pt x="1822795" y="194508"/>
                    <a:pt x="1896367" y="270333"/>
                  </a:cubicBezTo>
                  <a:cubicBezTo>
                    <a:pt x="1969939" y="346158"/>
                    <a:pt x="1890361" y="508317"/>
                    <a:pt x="2013482" y="513572"/>
                  </a:cubicBezTo>
                  <a:cubicBezTo>
                    <a:pt x="2136603" y="518827"/>
                    <a:pt x="2489451" y="387448"/>
                    <a:pt x="2635094" y="301864"/>
                  </a:cubicBezTo>
                  <a:cubicBezTo>
                    <a:pt x="2780737" y="216280"/>
                    <a:pt x="2784491" y="-4437"/>
                    <a:pt x="2887342" y="67"/>
                  </a:cubicBezTo>
                  <a:cubicBezTo>
                    <a:pt x="2990193" y="4571"/>
                    <a:pt x="3147848" y="241054"/>
                    <a:pt x="3252201" y="328890"/>
                  </a:cubicBezTo>
                  <a:cubicBezTo>
                    <a:pt x="3356554" y="416726"/>
                    <a:pt x="3405351" y="488797"/>
                    <a:pt x="3513458" y="527085"/>
                  </a:cubicBezTo>
                  <a:cubicBezTo>
                    <a:pt x="3621565" y="565373"/>
                    <a:pt x="3806998" y="602159"/>
                    <a:pt x="3900840" y="558616"/>
                  </a:cubicBezTo>
                  <a:cubicBezTo>
                    <a:pt x="3994682" y="515073"/>
                    <a:pt x="3974413" y="307118"/>
                    <a:pt x="4076513" y="265828"/>
                  </a:cubicBezTo>
                  <a:cubicBezTo>
                    <a:pt x="4178613" y="224538"/>
                    <a:pt x="4513443" y="310873"/>
                    <a:pt x="4513443" y="310873"/>
                  </a:cubicBezTo>
                  <a:cubicBezTo>
                    <a:pt x="4642570" y="323636"/>
                    <a:pt x="4774700" y="331143"/>
                    <a:pt x="4851275" y="342404"/>
                  </a:cubicBezTo>
                  <a:cubicBezTo>
                    <a:pt x="4927850" y="353665"/>
                    <a:pt x="4950372" y="366052"/>
                    <a:pt x="4972895" y="378439"/>
                  </a:cubicBez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47D274B0-B0AE-CBE9-6435-28DD5B556015}"/>
              </a:ext>
            </a:extLst>
          </p:cNvPr>
          <p:cNvSpPr/>
          <p:nvPr/>
        </p:nvSpPr>
        <p:spPr>
          <a:xfrm>
            <a:off x="2445907" y="5092179"/>
            <a:ext cx="9486337" cy="326467"/>
          </a:xfrm>
          <a:prstGeom prst="rect">
            <a:avLst/>
          </a:prstGeom>
          <a:gradFill flip="none" rotWithShape="1">
            <a:gsLst>
              <a:gs pos="16000">
                <a:srgbClr val="626262"/>
              </a:gs>
              <a:gs pos="5000">
                <a:srgbClr val="000000"/>
              </a:gs>
              <a:gs pos="60000">
                <a:srgbClr val="D9D9D9"/>
              </a:gs>
              <a:gs pos="17000">
                <a:srgbClr val="D1D1D1"/>
              </a:gs>
              <a:gs pos="74000">
                <a:srgbClr val="FFFF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Season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F15DB37-CF89-BFCD-D0DB-6E8B6C4BB042}"/>
              </a:ext>
            </a:extLst>
          </p:cNvPr>
          <p:cNvCxnSpPr>
            <a:cxnSpLocks/>
          </p:cNvCxnSpPr>
          <p:nvPr/>
        </p:nvCxnSpPr>
        <p:spPr>
          <a:xfrm flipV="1">
            <a:off x="3624503" y="-20675"/>
            <a:ext cx="10921" cy="5439321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54781D6-54E7-1B58-EA3C-7DCD14AFB836}"/>
              </a:ext>
            </a:extLst>
          </p:cNvPr>
          <p:cNvCxnSpPr>
            <a:cxnSpLocks/>
          </p:cNvCxnSpPr>
          <p:nvPr/>
        </p:nvCxnSpPr>
        <p:spPr>
          <a:xfrm>
            <a:off x="2474413" y="4367050"/>
            <a:ext cx="1150090" cy="153888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58B7CF7-4BE9-2D33-4D3B-FD38B688F0F1}"/>
              </a:ext>
            </a:extLst>
          </p:cNvPr>
          <p:cNvCxnSpPr/>
          <p:nvPr/>
        </p:nvCxnSpPr>
        <p:spPr>
          <a:xfrm>
            <a:off x="3635424" y="2616838"/>
            <a:ext cx="472619" cy="202700"/>
          </a:xfrm>
          <a:prstGeom prst="line">
            <a:avLst/>
          </a:prstGeom>
          <a:ln w="5715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88" name="Graphic 87" descr="Frangipani with solid fill">
            <a:extLst>
              <a:ext uri="{FF2B5EF4-FFF2-40B4-BE49-F238E27FC236}">
                <a16:creationId xmlns:a16="http://schemas.microsoft.com/office/drawing/2014/main" id="{AE4DCC05-38D9-40EB-FB2E-9A8D1C5A415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34529" y="3413436"/>
            <a:ext cx="720000" cy="720000"/>
          </a:xfrm>
          <a:prstGeom prst="rect">
            <a:avLst/>
          </a:prstGeom>
        </p:spPr>
      </p:pic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33CDB4D0-90D2-B2E2-F2B4-D08987F5AD78}"/>
              </a:ext>
            </a:extLst>
          </p:cNvPr>
          <p:cNvCxnSpPr>
            <a:cxnSpLocks/>
          </p:cNvCxnSpPr>
          <p:nvPr/>
        </p:nvCxnSpPr>
        <p:spPr>
          <a:xfrm>
            <a:off x="10494529" y="3977415"/>
            <a:ext cx="0" cy="12779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DBF90E6-2E22-F299-4C72-F25A0EEE5598}"/>
              </a:ext>
            </a:extLst>
          </p:cNvPr>
          <p:cNvSpPr/>
          <p:nvPr/>
        </p:nvSpPr>
        <p:spPr>
          <a:xfrm>
            <a:off x="921537" y="4176554"/>
            <a:ext cx="1440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Supplied to PhenoFlex</a:t>
            </a:r>
          </a:p>
        </p:txBody>
      </p:sp>
    </p:spTree>
    <p:extLst>
      <p:ext uri="{BB962C8B-B14F-4D97-AF65-F5344CB8AC3E}">
        <p14:creationId xmlns:p14="http://schemas.microsoft.com/office/powerpoint/2010/main" val="518174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C9AF6-48F1-A92A-EF6B-9EB3CC3D1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4593BDA8-A72E-65CA-E4B6-D6F2F21602A8}"/>
              </a:ext>
            </a:extLst>
          </p:cNvPr>
          <p:cNvGrpSpPr/>
          <p:nvPr/>
        </p:nvGrpSpPr>
        <p:grpSpPr>
          <a:xfrm>
            <a:off x="2445907" y="5355772"/>
            <a:ext cx="9517868" cy="525859"/>
            <a:chOff x="590081" y="5851259"/>
            <a:chExt cx="10053895" cy="525859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DED4D984-CB75-361B-FB4D-A9475A1706B4}"/>
                </a:ext>
              </a:extLst>
            </p:cNvPr>
            <p:cNvCxnSpPr>
              <a:cxnSpLocks/>
            </p:cNvCxnSpPr>
            <p:nvPr/>
          </p:nvCxnSpPr>
          <p:spPr>
            <a:xfrm>
              <a:off x="590081" y="5851259"/>
              <a:ext cx="100538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6575990-69AC-5AEE-BCD0-09E3EEFE802C}"/>
                </a:ext>
              </a:extLst>
            </p:cNvPr>
            <p:cNvSpPr txBox="1"/>
            <p:nvPr/>
          </p:nvSpPr>
          <p:spPr>
            <a:xfrm>
              <a:off x="590081" y="5977008"/>
              <a:ext cx="6030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Aug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BE859FB-4B85-7211-BB14-75C8CE22B3CE}"/>
                </a:ext>
              </a:extLst>
            </p:cNvPr>
            <p:cNvSpPr txBox="1"/>
            <p:nvPr/>
          </p:nvSpPr>
          <p:spPr>
            <a:xfrm>
              <a:off x="1505516" y="5977008"/>
              <a:ext cx="6094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Sep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7D67F6C-3069-5901-8408-2B9FDD628B9F}"/>
                </a:ext>
              </a:extLst>
            </p:cNvPr>
            <p:cNvSpPr txBox="1"/>
            <p:nvPr/>
          </p:nvSpPr>
          <p:spPr>
            <a:xfrm>
              <a:off x="2427363" y="5977008"/>
              <a:ext cx="59022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Oct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A1A6AAB-5359-8301-5B4E-9EB76FFBDAFF}"/>
                </a:ext>
              </a:extLst>
            </p:cNvPr>
            <p:cNvSpPr txBox="1"/>
            <p:nvPr/>
          </p:nvSpPr>
          <p:spPr>
            <a:xfrm>
              <a:off x="3329974" y="5977008"/>
              <a:ext cx="61978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Nov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286FB21-7598-C7D2-6E6C-027F4291144C}"/>
                </a:ext>
              </a:extLst>
            </p:cNvPr>
            <p:cNvSpPr txBox="1"/>
            <p:nvPr/>
          </p:nvSpPr>
          <p:spPr>
            <a:xfrm>
              <a:off x="4262144" y="5977008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Dec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70D1E8B-FD3D-4CCC-9986-2583F2CBFECC}"/>
                </a:ext>
              </a:extLst>
            </p:cNvPr>
            <p:cNvSpPr txBox="1"/>
            <p:nvPr/>
          </p:nvSpPr>
          <p:spPr>
            <a:xfrm>
              <a:off x="5204830" y="5977008"/>
              <a:ext cx="5479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Jan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6F77EA8-A2E5-84EF-38B2-AC32B032B85B}"/>
                </a:ext>
              </a:extLst>
            </p:cNvPr>
            <p:cNvSpPr txBox="1"/>
            <p:nvPr/>
          </p:nvSpPr>
          <p:spPr>
            <a:xfrm>
              <a:off x="6065186" y="5977008"/>
              <a:ext cx="5949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Feb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4A25C78-F1AD-6BC5-F417-135985E32ABB}"/>
                </a:ext>
              </a:extLst>
            </p:cNvPr>
            <p:cNvSpPr txBox="1"/>
            <p:nvPr/>
          </p:nvSpPr>
          <p:spPr>
            <a:xfrm>
              <a:off x="6972542" y="5977008"/>
              <a:ext cx="6094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Mar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5165329-FC68-9F16-7315-72B03C8FA7F5}"/>
                </a:ext>
              </a:extLst>
            </p:cNvPr>
            <p:cNvSpPr txBox="1"/>
            <p:nvPr/>
          </p:nvSpPr>
          <p:spPr>
            <a:xfrm>
              <a:off x="7894389" y="5977008"/>
              <a:ext cx="5661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Apr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BF9CA56-EC04-EE93-5F89-1036C94DBE88}"/>
                </a:ext>
              </a:extLst>
            </p:cNvPr>
            <p:cNvSpPr txBox="1"/>
            <p:nvPr/>
          </p:nvSpPr>
          <p:spPr>
            <a:xfrm>
              <a:off x="8772955" y="5977008"/>
              <a:ext cx="6380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May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D01D511-CE75-8C55-93A9-D6955E8AE3E6}"/>
                </a:ext>
              </a:extLst>
            </p:cNvPr>
            <p:cNvSpPr txBox="1"/>
            <p:nvPr/>
          </p:nvSpPr>
          <p:spPr>
            <a:xfrm>
              <a:off x="9723404" y="5977008"/>
              <a:ext cx="68800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June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9B54EB54-A932-5C6E-2B78-351CBF9C1347}"/>
              </a:ext>
            </a:extLst>
          </p:cNvPr>
          <p:cNvSpPr/>
          <p:nvPr/>
        </p:nvSpPr>
        <p:spPr>
          <a:xfrm>
            <a:off x="960330" y="3176345"/>
            <a:ext cx="1440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Observed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A6159E7-2B04-88D4-7B69-5A178EC36363}"/>
              </a:ext>
            </a:extLst>
          </p:cNvPr>
          <p:cNvSpPr/>
          <p:nvPr/>
        </p:nvSpPr>
        <p:spPr>
          <a:xfrm>
            <a:off x="976336" y="2295512"/>
            <a:ext cx="1440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Short-term forecast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CC636B3-2599-5B83-2CBD-003FA27C9BBA}"/>
              </a:ext>
            </a:extLst>
          </p:cNvPr>
          <p:cNvSpPr/>
          <p:nvPr/>
        </p:nvSpPr>
        <p:spPr>
          <a:xfrm>
            <a:off x="1005907" y="1414678"/>
            <a:ext cx="1440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Long-term forecast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A016FA-080F-660B-4381-DD896A37EBA0}"/>
              </a:ext>
            </a:extLst>
          </p:cNvPr>
          <p:cNvSpPr/>
          <p:nvPr/>
        </p:nvSpPr>
        <p:spPr>
          <a:xfrm>
            <a:off x="1005907" y="533844"/>
            <a:ext cx="1440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Long-term means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C5F80BF-B0F0-84D4-0BB2-3690EDFB0136}"/>
              </a:ext>
            </a:extLst>
          </p:cNvPr>
          <p:cNvGrpSpPr/>
          <p:nvPr/>
        </p:nvGrpSpPr>
        <p:grpSpPr>
          <a:xfrm>
            <a:off x="26139" y="496067"/>
            <a:ext cx="950197" cy="3149761"/>
            <a:chOff x="26139" y="496067"/>
            <a:chExt cx="950197" cy="314976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24DE3DA-E80A-5996-74A8-F08ACD653577}"/>
                </a:ext>
              </a:extLst>
            </p:cNvPr>
            <p:cNvSpPr/>
            <p:nvPr/>
          </p:nvSpPr>
          <p:spPr>
            <a:xfrm>
              <a:off x="94592" y="533844"/>
              <a:ext cx="797285" cy="3074207"/>
            </a:xfrm>
            <a:prstGeom prst="rect">
              <a:avLst/>
            </a:prstGeom>
            <a:gradFill>
              <a:gsLst>
                <a:gs pos="40000">
                  <a:srgbClr val="808080"/>
                </a:gs>
                <a:gs pos="20000">
                  <a:schemeClr val="bg1"/>
                </a:gs>
                <a:gs pos="70000">
                  <a:schemeClr val="tx1">
                    <a:lumMod val="65000"/>
                    <a:lumOff val="35000"/>
                  </a:schemeClr>
                </a:gs>
                <a:gs pos="90000">
                  <a:schemeClr val="tx1"/>
                </a:gs>
              </a:gsLst>
              <a:lin ang="54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C3C17DE-7D02-B32D-05CE-53353009DC4C}"/>
                </a:ext>
              </a:extLst>
            </p:cNvPr>
            <p:cNvSpPr txBox="1"/>
            <p:nvPr/>
          </p:nvSpPr>
          <p:spPr>
            <a:xfrm>
              <a:off x="113514" y="3338051"/>
              <a:ext cx="7594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Certain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7E080E2-4E98-5FCB-BDE3-0E4B8613E46D}"/>
                </a:ext>
              </a:extLst>
            </p:cNvPr>
            <p:cNvSpPr txBox="1"/>
            <p:nvPr/>
          </p:nvSpPr>
          <p:spPr>
            <a:xfrm>
              <a:off x="26139" y="496067"/>
              <a:ext cx="95019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Uncertain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D8F04BAB-EE03-0871-5D8E-06EB70852AAB}"/>
              </a:ext>
            </a:extLst>
          </p:cNvPr>
          <p:cNvSpPr txBox="1"/>
          <p:nvPr/>
        </p:nvSpPr>
        <p:spPr>
          <a:xfrm>
            <a:off x="977400" y="-20675"/>
            <a:ext cx="14970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Weather sources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089C5DF-AA97-654D-F12B-529B79CB077B}"/>
              </a:ext>
            </a:extLst>
          </p:cNvPr>
          <p:cNvGrpSpPr/>
          <p:nvPr/>
        </p:nvGrpSpPr>
        <p:grpSpPr>
          <a:xfrm>
            <a:off x="2720678" y="475422"/>
            <a:ext cx="8475777" cy="468000"/>
            <a:chOff x="2626084" y="291254"/>
            <a:chExt cx="7526908" cy="844560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FC79A92-6B59-E6BB-28E6-F82CE3C888C4}"/>
                </a:ext>
              </a:extLst>
            </p:cNvPr>
            <p:cNvSpPr/>
            <p:nvPr/>
          </p:nvSpPr>
          <p:spPr>
            <a:xfrm>
              <a:off x="2626084" y="300395"/>
              <a:ext cx="7526908" cy="699119"/>
            </a:xfrm>
            <a:custGeom>
              <a:avLst/>
              <a:gdLst>
                <a:gd name="connsiteX0" fmla="*/ 0 w 7526908"/>
                <a:gd name="connsiteY0" fmla="*/ 207204 h 699119"/>
                <a:gd name="connsiteX1" fmla="*/ 1130613 w 7526908"/>
                <a:gd name="connsiteY1" fmla="*/ 513505 h 699119"/>
                <a:gd name="connsiteX2" fmla="*/ 2666625 w 7526908"/>
                <a:gd name="connsiteY2" fmla="*/ 689178 h 699119"/>
                <a:gd name="connsiteX3" fmla="*/ 3999937 w 7526908"/>
                <a:gd name="connsiteY3" fmla="*/ 662151 h 699119"/>
                <a:gd name="connsiteX4" fmla="*/ 5085505 w 7526908"/>
                <a:gd name="connsiteY4" fmla="*/ 536027 h 699119"/>
                <a:gd name="connsiteX5" fmla="*/ 6067472 w 7526908"/>
                <a:gd name="connsiteY5" fmla="*/ 324319 h 699119"/>
                <a:gd name="connsiteX6" fmla="*/ 6684579 w 7526908"/>
                <a:gd name="connsiteY6" fmla="*/ 153150 h 699119"/>
                <a:gd name="connsiteX7" fmla="*/ 7094483 w 7526908"/>
                <a:gd name="connsiteY7" fmla="*/ 90088 h 699119"/>
                <a:gd name="connsiteX8" fmla="*/ 7526908 w 7526908"/>
                <a:gd name="connsiteY8" fmla="*/ 0 h 699119"/>
                <a:gd name="connsiteX9" fmla="*/ 7526908 w 7526908"/>
                <a:gd name="connsiteY9" fmla="*/ 0 h 699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26908" h="699119" extrusionOk="0">
                  <a:moveTo>
                    <a:pt x="0" y="207204"/>
                  </a:moveTo>
                  <a:cubicBezTo>
                    <a:pt x="297967" y="292358"/>
                    <a:pt x="669867" y="439297"/>
                    <a:pt x="1130613" y="513505"/>
                  </a:cubicBezTo>
                  <a:cubicBezTo>
                    <a:pt x="1582913" y="595489"/>
                    <a:pt x="2140775" y="665918"/>
                    <a:pt x="2666625" y="689178"/>
                  </a:cubicBezTo>
                  <a:cubicBezTo>
                    <a:pt x="3095543" y="762099"/>
                    <a:pt x="3592241" y="712821"/>
                    <a:pt x="3999937" y="662151"/>
                  </a:cubicBezTo>
                  <a:cubicBezTo>
                    <a:pt x="4365298" y="615953"/>
                    <a:pt x="4751997" y="597627"/>
                    <a:pt x="5085505" y="536027"/>
                  </a:cubicBezTo>
                  <a:cubicBezTo>
                    <a:pt x="5439549" y="480844"/>
                    <a:pt x="5811825" y="365772"/>
                    <a:pt x="6067472" y="324319"/>
                  </a:cubicBezTo>
                  <a:cubicBezTo>
                    <a:pt x="6313080" y="257305"/>
                    <a:pt x="6495313" y="209227"/>
                    <a:pt x="6684579" y="153150"/>
                  </a:cubicBezTo>
                  <a:cubicBezTo>
                    <a:pt x="6854690" y="104032"/>
                    <a:pt x="6952380" y="117996"/>
                    <a:pt x="7094483" y="90088"/>
                  </a:cubicBezTo>
                  <a:cubicBezTo>
                    <a:pt x="7234871" y="64563"/>
                    <a:pt x="7526908" y="0"/>
                    <a:pt x="7526908" y="0"/>
                  </a:cubicBezTo>
                  <a:lnTo>
                    <a:pt x="7526908" y="0"/>
                  </a:lnTo>
                </a:path>
              </a:pathLst>
            </a:custGeom>
            <a:noFill/>
            <a:ln w="38100"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7526908"/>
                        <a:gd name="connsiteY0" fmla="*/ 207204 h 699119"/>
                        <a:gd name="connsiteX1" fmla="*/ 1130613 w 7526908"/>
                        <a:gd name="connsiteY1" fmla="*/ 513505 h 699119"/>
                        <a:gd name="connsiteX2" fmla="*/ 2666625 w 7526908"/>
                        <a:gd name="connsiteY2" fmla="*/ 689178 h 699119"/>
                        <a:gd name="connsiteX3" fmla="*/ 3999937 w 7526908"/>
                        <a:gd name="connsiteY3" fmla="*/ 662151 h 699119"/>
                        <a:gd name="connsiteX4" fmla="*/ 5085505 w 7526908"/>
                        <a:gd name="connsiteY4" fmla="*/ 536027 h 699119"/>
                        <a:gd name="connsiteX5" fmla="*/ 6067472 w 7526908"/>
                        <a:gd name="connsiteY5" fmla="*/ 324319 h 699119"/>
                        <a:gd name="connsiteX6" fmla="*/ 6684579 w 7526908"/>
                        <a:gd name="connsiteY6" fmla="*/ 153150 h 699119"/>
                        <a:gd name="connsiteX7" fmla="*/ 7094483 w 7526908"/>
                        <a:gd name="connsiteY7" fmla="*/ 90088 h 699119"/>
                        <a:gd name="connsiteX8" fmla="*/ 7526908 w 7526908"/>
                        <a:gd name="connsiteY8" fmla="*/ 0 h 699119"/>
                        <a:gd name="connsiteX9" fmla="*/ 7526908 w 7526908"/>
                        <a:gd name="connsiteY9" fmla="*/ 0 h 6991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526908" h="699119">
                          <a:moveTo>
                            <a:pt x="0" y="207204"/>
                          </a:moveTo>
                          <a:cubicBezTo>
                            <a:pt x="343088" y="320190"/>
                            <a:pt x="686176" y="433176"/>
                            <a:pt x="1130613" y="513505"/>
                          </a:cubicBezTo>
                          <a:cubicBezTo>
                            <a:pt x="1575051" y="593834"/>
                            <a:pt x="2188404" y="664404"/>
                            <a:pt x="2666625" y="689178"/>
                          </a:cubicBezTo>
                          <a:cubicBezTo>
                            <a:pt x="3144846" y="713952"/>
                            <a:pt x="3596790" y="687676"/>
                            <a:pt x="3999937" y="662151"/>
                          </a:cubicBezTo>
                          <a:cubicBezTo>
                            <a:pt x="4403084" y="636626"/>
                            <a:pt x="4740916" y="592332"/>
                            <a:pt x="5085505" y="536027"/>
                          </a:cubicBezTo>
                          <a:cubicBezTo>
                            <a:pt x="5430094" y="479722"/>
                            <a:pt x="5800960" y="388132"/>
                            <a:pt x="6067472" y="324319"/>
                          </a:cubicBezTo>
                          <a:cubicBezTo>
                            <a:pt x="6333984" y="260506"/>
                            <a:pt x="6513411" y="192188"/>
                            <a:pt x="6684579" y="153150"/>
                          </a:cubicBezTo>
                          <a:cubicBezTo>
                            <a:pt x="6855747" y="114112"/>
                            <a:pt x="6954095" y="115613"/>
                            <a:pt x="7094483" y="90088"/>
                          </a:cubicBezTo>
                          <a:cubicBezTo>
                            <a:pt x="7234871" y="64563"/>
                            <a:pt x="7526908" y="0"/>
                            <a:pt x="7526908" y="0"/>
                          </a:cubicBezTo>
                          <a:lnTo>
                            <a:pt x="7526908" y="0"/>
                          </a:lnTo>
                        </a:path>
                      </a:pathLst>
                    </a:cu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DA5C470-6801-C9EE-EC5C-BE90BF4878B2}"/>
                    </a:ext>
                  </a:extLst>
                </p14:cNvPr>
                <p14:cNvContentPartPr/>
                <p14:nvPr/>
              </p14:nvContentPartPr>
              <p14:xfrm>
                <a:off x="2679916" y="291254"/>
                <a:ext cx="7360200" cy="646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DA5C470-6801-C9EE-EC5C-BE90BF4878B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599990" y="-33470"/>
                  <a:ext cx="7519732" cy="12949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927887C-36AF-E0E7-955E-98EF94B01CE7}"/>
                    </a:ext>
                  </a:extLst>
                </p14:cNvPr>
                <p14:cNvContentPartPr/>
                <p14:nvPr/>
              </p14:nvContentPartPr>
              <p14:xfrm>
                <a:off x="2679916" y="490694"/>
                <a:ext cx="7250400" cy="645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927887C-36AF-E0E7-955E-98EF94B01CE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99992" y="166187"/>
                  <a:ext cx="7409929" cy="1293485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667FD2B-9099-0591-CF57-D4890C9AF13D}"/>
              </a:ext>
            </a:extLst>
          </p:cNvPr>
          <p:cNvCxnSpPr>
            <a:cxnSpLocks/>
          </p:cNvCxnSpPr>
          <p:nvPr/>
        </p:nvCxnSpPr>
        <p:spPr>
          <a:xfrm>
            <a:off x="2487707" y="3292457"/>
            <a:ext cx="3716848" cy="353371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Arrow: Down 44">
            <a:extLst>
              <a:ext uri="{FF2B5EF4-FFF2-40B4-BE49-F238E27FC236}">
                <a16:creationId xmlns:a16="http://schemas.microsoft.com/office/drawing/2014/main" id="{F9A01D10-D4C4-BB7C-0535-EC57BDE3A993}"/>
              </a:ext>
            </a:extLst>
          </p:cNvPr>
          <p:cNvSpPr/>
          <p:nvPr/>
        </p:nvSpPr>
        <p:spPr>
          <a:xfrm rot="10800000">
            <a:off x="5781704" y="5902322"/>
            <a:ext cx="905391" cy="4001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19119E5-AB8A-AFB4-9764-3B5CD4D51D1C}"/>
              </a:ext>
            </a:extLst>
          </p:cNvPr>
          <p:cNvSpPr txBox="1"/>
          <p:nvPr/>
        </p:nvSpPr>
        <p:spPr>
          <a:xfrm>
            <a:off x="5554923" y="6387998"/>
            <a:ext cx="1362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are here</a:t>
            </a:r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D00A43B3-BFC1-2821-7B79-3F4B3905DD18}"/>
              </a:ext>
            </a:extLst>
          </p:cNvPr>
          <p:cNvSpPr/>
          <p:nvPr/>
        </p:nvSpPr>
        <p:spPr>
          <a:xfrm>
            <a:off x="6711503" y="4720164"/>
            <a:ext cx="5053974" cy="317689"/>
          </a:xfrm>
          <a:custGeom>
            <a:avLst/>
            <a:gdLst>
              <a:gd name="connsiteX0" fmla="*/ 0 w 5053974"/>
              <a:gd name="connsiteY0" fmla="*/ 23173 h 543300"/>
              <a:gd name="connsiteX1" fmla="*/ 837825 w 5053974"/>
              <a:gd name="connsiteY1" fmla="*/ 284430 h 543300"/>
              <a:gd name="connsiteX2" fmla="*/ 1310790 w 5053974"/>
              <a:gd name="connsiteY2" fmla="*/ 406050 h 543300"/>
              <a:gd name="connsiteX3" fmla="*/ 1441419 w 5053974"/>
              <a:gd name="connsiteY3" fmla="*/ 221368 h 543300"/>
              <a:gd name="connsiteX4" fmla="*/ 1603578 w 5053974"/>
              <a:gd name="connsiteY4" fmla="*/ 90739 h 543300"/>
              <a:gd name="connsiteX5" fmla="*/ 1698171 w 5053974"/>
              <a:gd name="connsiteY5" fmla="*/ 248394 h 543300"/>
              <a:gd name="connsiteX6" fmla="*/ 1806278 w 5053974"/>
              <a:gd name="connsiteY6" fmla="*/ 370014 h 543300"/>
              <a:gd name="connsiteX7" fmla="*/ 2045013 w 5053974"/>
              <a:gd name="connsiteY7" fmla="*/ 311456 h 543300"/>
              <a:gd name="connsiteX8" fmla="*/ 2247712 w 5053974"/>
              <a:gd name="connsiteY8" fmla="*/ 113261 h 543300"/>
              <a:gd name="connsiteX9" fmla="*/ 2382845 w 5053974"/>
              <a:gd name="connsiteY9" fmla="*/ 230377 h 543300"/>
              <a:gd name="connsiteX10" fmla="*/ 2468430 w 5053974"/>
              <a:gd name="connsiteY10" fmla="*/ 379023 h 543300"/>
              <a:gd name="connsiteX11" fmla="*/ 2999953 w 5053974"/>
              <a:gd name="connsiteY11" fmla="*/ 541183 h 543300"/>
              <a:gd name="connsiteX12" fmla="*/ 3549494 w 5053974"/>
              <a:gd name="connsiteY12" fmla="*/ 257403 h 543300"/>
              <a:gd name="connsiteX13" fmla="*/ 3779220 w 5053974"/>
              <a:gd name="connsiteY13" fmla="*/ 149297 h 543300"/>
              <a:gd name="connsiteX14" fmla="*/ 4387318 w 5053974"/>
              <a:gd name="connsiteY14" fmla="*/ 288934 h 543300"/>
              <a:gd name="connsiteX15" fmla="*/ 4585513 w 5053974"/>
              <a:gd name="connsiteY15" fmla="*/ 162810 h 543300"/>
              <a:gd name="connsiteX16" fmla="*/ 4851275 w 5053974"/>
              <a:gd name="connsiteY16" fmla="*/ 45695 h 543300"/>
              <a:gd name="connsiteX17" fmla="*/ 5004426 w 5053974"/>
              <a:gd name="connsiteY17" fmla="*/ 651 h 543300"/>
              <a:gd name="connsiteX18" fmla="*/ 5053974 w 5053974"/>
              <a:gd name="connsiteY18" fmla="*/ 23173 h 54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053974" h="543300">
                <a:moveTo>
                  <a:pt x="0" y="23173"/>
                </a:moveTo>
                <a:lnTo>
                  <a:pt x="837825" y="284430"/>
                </a:lnTo>
                <a:cubicBezTo>
                  <a:pt x="1056290" y="348243"/>
                  <a:pt x="1210191" y="416560"/>
                  <a:pt x="1310790" y="406050"/>
                </a:cubicBezTo>
                <a:cubicBezTo>
                  <a:pt x="1411389" y="395540"/>
                  <a:pt x="1392621" y="273920"/>
                  <a:pt x="1441419" y="221368"/>
                </a:cubicBezTo>
                <a:cubicBezTo>
                  <a:pt x="1490217" y="168816"/>
                  <a:pt x="1560786" y="86235"/>
                  <a:pt x="1603578" y="90739"/>
                </a:cubicBezTo>
                <a:cubicBezTo>
                  <a:pt x="1646370" y="95243"/>
                  <a:pt x="1664388" y="201848"/>
                  <a:pt x="1698171" y="248394"/>
                </a:cubicBezTo>
                <a:cubicBezTo>
                  <a:pt x="1731954" y="294940"/>
                  <a:pt x="1748471" y="359504"/>
                  <a:pt x="1806278" y="370014"/>
                </a:cubicBezTo>
                <a:cubicBezTo>
                  <a:pt x="1864085" y="380524"/>
                  <a:pt x="1971441" y="354248"/>
                  <a:pt x="2045013" y="311456"/>
                </a:cubicBezTo>
                <a:cubicBezTo>
                  <a:pt x="2118585" y="268664"/>
                  <a:pt x="2191407" y="126774"/>
                  <a:pt x="2247712" y="113261"/>
                </a:cubicBezTo>
                <a:cubicBezTo>
                  <a:pt x="2304017" y="99748"/>
                  <a:pt x="2346059" y="186083"/>
                  <a:pt x="2382845" y="230377"/>
                </a:cubicBezTo>
                <a:cubicBezTo>
                  <a:pt x="2419631" y="274671"/>
                  <a:pt x="2365579" y="327222"/>
                  <a:pt x="2468430" y="379023"/>
                </a:cubicBezTo>
                <a:cubicBezTo>
                  <a:pt x="2571281" y="430824"/>
                  <a:pt x="2819776" y="561453"/>
                  <a:pt x="2999953" y="541183"/>
                </a:cubicBezTo>
                <a:cubicBezTo>
                  <a:pt x="3180130" y="520913"/>
                  <a:pt x="3419616" y="322717"/>
                  <a:pt x="3549494" y="257403"/>
                </a:cubicBezTo>
                <a:cubicBezTo>
                  <a:pt x="3679372" y="192089"/>
                  <a:pt x="3639583" y="144042"/>
                  <a:pt x="3779220" y="149297"/>
                </a:cubicBezTo>
                <a:cubicBezTo>
                  <a:pt x="3918857" y="154552"/>
                  <a:pt x="4252936" y="286682"/>
                  <a:pt x="4387318" y="288934"/>
                </a:cubicBezTo>
                <a:cubicBezTo>
                  <a:pt x="4521700" y="291186"/>
                  <a:pt x="4508187" y="203350"/>
                  <a:pt x="4585513" y="162810"/>
                </a:cubicBezTo>
                <a:cubicBezTo>
                  <a:pt x="4662839" y="122270"/>
                  <a:pt x="4781456" y="72721"/>
                  <a:pt x="4851275" y="45695"/>
                </a:cubicBezTo>
                <a:cubicBezTo>
                  <a:pt x="4921094" y="18669"/>
                  <a:pt x="4970643" y="4405"/>
                  <a:pt x="5004426" y="651"/>
                </a:cubicBezTo>
                <a:cubicBezTo>
                  <a:pt x="5038209" y="-3103"/>
                  <a:pt x="5046091" y="10035"/>
                  <a:pt x="5053974" y="23173"/>
                </a:cubicBezTo>
              </a:path>
            </a:pathLst>
          </a:cu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A52ABAB-159E-E045-FDD4-CC8E2BEC4DDA}"/>
              </a:ext>
            </a:extLst>
          </p:cNvPr>
          <p:cNvGrpSpPr/>
          <p:nvPr/>
        </p:nvGrpSpPr>
        <p:grpSpPr>
          <a:xfrm>
            <a:off x="6204555" y="1566724"/>
            <a:ext cx="5053974" cy="530859"/>
            <a:chOff x="3657600" y="1927247"/>
            <a:chExt cx="5053974" cy="907856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EA578C-73AB-6B55-36D5-B77832ABDB36}"/>
                </a:ext>
              </a:extLst>
            </p:cNvPr>
            <p:cNvSpPr/>
            <p:nvPr/>
          </p:nvSpPr>
          <p:spPr>
            <a:xfrm>
              <a:off x="3657600" y="1927247"/>
              <a:ext cx="5053974" cy="543300"/>
            </a:xfrm>
            <a:custGeom>
              <a:avLst/>
              <a:gdLst>
                <a:gd name="connsiteX0" fmla="*/ 0 w 5053974"/>
                <a:gd name="connsiteY0" fmla="*/ 23173 h 543300"/>
                <a:gd name="connsiteX1" fmla="*/ 837825 w 5053974"/>
                <a:gd name="connsiteY1" fmla="*/ 284430 h 543300"/>
                <a:gd name="connsiteX2" fmla="*/ 1310790 w 5053974"/>
                <a:gd name="connsiteY2" fmla="*/ 406050 h 543300"/>
                <a:gd name="connsiteX3" fmla="*/ 1441419 w 5053974"/>
                <a:gd name="connsiteY3" fmla="*/ 221368 h 543300"/>
                <a:gd name="connsiteX4" fmla="*/ 1603578 w 5053974"/>
                <a:gd name="connsiteY4" fmla="*/ 90739 h 543300"/>
                <a:gd name="connsiteX5" fmla="*/ 1698171 w 5053974"/>
                <a:gd name="connsiteY5" fmla="*/ 248394 h 543300"/>
                <a:gd name="connsiteX6" fmla="*/ 1806278 w 5053974"/>
                <a:gd name="connsiteY6" fmla="*/ 370014 h 543300"/>
                <a:gd name="connsiteX7" fmla="*/ 2045013 w 5053974"/>
                <a:gd name="connsiteY7" fmla="*/ 311456 h 543300"/>
                <a:gd name="connsiteX8" fmla="*/ 2247712 w 5053974"/>
                <a:gd name="connsiteY8" fmla="*/ 113261 h 543300"/>
                <a:gd name="connsiteX9" fmla="*/ 2382845 w 5053974"/>
                <a:gd name="connsiteY9" fmla="*/ 230377 h 543300"/>
                <a:gd name="connsiteX10" fmla="*/ 2468430 w 5053974"/>
                <a:gd name="connsiteY10" fmla="*/ 379023 h 543300"/>
                <a:gd name="connsiteX11" fmla="*/ 2999953 w 5053974"/>
                <a:gd name="connsiteY11" fmla="*/ 541183 h 543300"/>
                <a:gd name="connsiteX12" fmla="*/ 3549494 w 5053974"/>
                <a:gd name="connsiteY12" fmla="*/ 257403 h 543300"/>
                <a:gd name="connsiteX13" fmla="*/ 3779220 w 5053974"/>
                <a:gd name="connsiteY13" fmla="*/ 149297 h 543300"/>
                <a:gd name="connsiteX14" fmla="*/ 4387318 w 5053974"/>
                <a:gd name="connsiteY14" fmla="*/ 288934 h 543300"/>
                <a:gd name="connsiteX15" fmla="*/ 4585513 w 5053974"/>
                <a:gd name="connsiteY15" fmla="*/ 162810 h 543300"/>
                <a:gd name="connsiteX16" fmla="*/ 4851275 w 5053974"/>
                <a:gd name="connsiteY16" fmla="*/ 45695 h 543300"/>
                <a:gd name="connsiteX17" fmla="*/ 5004426 w 5053974"/>
                <a:gd name="connsiteY17" fmla="*/ 651 h 543300"/>
                <a:gd name="connsiteX18" fmla="*/ 5053974 w 5053974"/>
                <a:gd name="connsiteY18" fmla="*/ 23173 h 54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053974" h="543300">
                  <a:moveTo>
                    <a:pt x="0" y="23173"/>
                  </a:moveTo>
                  <a:lnTo>
                    <a:pt x="837825" y="284430"/>
                  </a:lnTo>
                  <a:cubicBezTo>
                    <a:pt x="1056290" y="348243"/>
                    <a:pt x="1210191" y="416560"/>
                    <a:pt x="1310790" y="406050"/>
                  </a:cubicBezTo>
                  <a:cubicBezTo>
                    <a:pt x="1411389" y="395540"/>
                    <a:pt x="1392621" y="273920"/>
                    <a:pt x="1441419" y="221368"/>
                  </a:cubicBezTo>
                  <a:cubicBezTo>
                    <a:pt x="1490217" y="168816"/>
                    <a:pt x="1560786" y="86235"/>
                    <a:pt x="1603578" y="90739"/>
                  </a:cubicBezTo>
                  <a:cubicBezTo>
                    <a:pt x="1646370" y="95243"/>
                    <a:pt x="1664388" y="201848"/>
                    <a:pt x="1698171" y="248394"/>
                  </a:cubicBezTo>
                  <a:cubicBezTo>
                    <a:pt x="1731954" y="294940"/>
                    <a:pt x="1748471" y="359504"/>
                    <a:pt x="1806278" y="370014"/>
                  </a:cubicBezTo>
                  <a:cubicBezTo>
                    <a:pt x="1864085" y="380524"/>
                    <a:pt x="1971441" y="354248"/>
                    <a:pt x="2045013" y="311456"/>
                  </a:cubicBezTo>
                  <a:cubicBezTo>
                    <a:pt x="2118585" y="268664"/>
                    <a:pt x="2191407" y="126774"/>
                    <a:pt x="2247712" y="113261"/>
                  </a:cubicBezTo>
                  <a:cubicBezTo>
                    <a:pt x="2304017" y="99748"/>
                    <a:pt x="2346059" y="186083"/>
                    <a:pt x="2382845" y="230377"/>
                  </a:cubicBezTo>
                  <a:cubicBezTo>
                    <a:pt x="2419631" y="274671"/>
                    <a:pt x="2365579" y="327222"/>
                    <a:pt x="2468430" y="379023"/>
                  </a:cubicBezTo>
                  <a:cubicBezTo>
                    <a:pt x="2571281" y="430824"/>
                    <a:pt x="2819776" y="561453"/>
                    <a:pt x="2999953" y="541183"/>
                  </a:cubicBezTo>
                  <a:cubicBezTo>
                    <a:pt x="3180130" y="520913"/>
                    <a:pt x="3419616" y="322717"/>
                    <a:pt x="3549494" y="257403"/>
                  </a:cubicBezTo>
                  <a:cubicBezTo>
                    <a:pt x="3679372" y="192089"/>
                    <a:pt x="3639583" y="144042"/>
                    <a:pt x="3779220" y="149297"/>
                  </a:cubicBezTo>
                  <a:cubicBezTo>
                    <a:pt x="3918857" y="154552"/>
                    <a:pt x="4252936" y="286682"/>
                    <a:pt x="4387318" y="288934"/>
                  </a:cubicBezTo>
                  <a:cubicBezTo>
                    <a:pt x="4521700" y="291186"/>
                    <a:pt x="4508187" y="203350"/>
                    <a:pt x="4585513" y="162810"/>
                  </a:cubicBezTo>
                  <a:cubicBezTo>
                    <a:pt x="4662839" y="122270"/>
                    <a:pt x="4781456" y="72721"/>
                    <a:pt x="4851275" y="45695"/>
                  </a:cubicBezTo>
                  <a:cubicBezTo>
                    <a:pt x="4921094" y="18669"/>
                    <a:pt x="4970643" y="4405"/>
                    <a:pt x="5004426" y="651"/>
                  </a:cubicBezTo>
                  <a:cubicBezTo>
                    <a:pt x="5038209" y="-3103"/>
                    <a:pt x="5046091" y="10035"/>
                    <a:pt x="5053974" y="23173"/>
                  </a:cubicBezTo>
                </a:path>
              </a:pathLst>
            </a:cu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33232CAD-5667-DD8A-B517-F0FB00BCAC89}"/>
                </a:ext>
              </a:extLst>
            </p:cNvPr>
            <p:cNvSpPr/>
            <p:nvPr/>
          </p:nvSpPr>
          <p:spPr>
            <a:xfrm>
              <a:off x="3693635" y="1981951"/>
              <a:ext cx="5005649" cy="853152"/>
            </a:xfrm>
            <a:custGeom>
              <a:avLst/>
              <a:gdLst>
                <a:gd name="connsiteX0" fmla="*/ 0 w 5005649"/>
                <a:gd name="connsiteY0" fmla="*/ 0 h 853152"/>
                <a:gd name="connsiteX1" fmla="*/ 409904 w 5005649"/>
                <a:gd name="connsiteY1" fmla="*/ 144142 h 853152"/>
                <a:gd name="connsiteX2" fmla="*/ 662152 w 5005649"/>
                <a:gd name="connsiteY2" fmla="*/ 76575 h 853152"/>
                <a:gd name="connsiteX3" fmla="*/ 887374 w 5005649"/>
                <a:gd name="connsiteY3" fmla="*/ 166664 h 853152"/>
                <a:gd name="connsiteX4" fmla="*/ 891878 w 5005649"/>
                <a:gd name="connsiteY4" fmla="*/ 360354 h 853152"/>
                <a:gd name="connsiteX5" fmla="*/ 1387366 w 5005649"/>
                <a:gd name="connsiteY5" fmla="*/ 405399 h 853152"/>
                <a:gd name="connsiteX6" fmla="*/ 1630605 w 5005649"/>
                <a:gd name="connsiteY6" fmla="*/ 297292 h 853152"/>
                <a:gd name="connsiteX7" fmla="*/ 2049518 w 5005649"/>
                <a:gd name="connsiteY7" fmla="*/ 81080 h 853152"/>
                <a:gd name="connsiteX8" fmla="*/ 2238704 w 5005649"/>
                <a:gd name="connsiteY8" fmla="*/ 414408 h 853152"/>
                <a:gd name="connsiteX9" fmla="*/ 2779236 w 5005649"/>
                <a:gd name="connsiteY9" fmla="*/ 319815 h 853152"/>
                <a:gd name="connsiteX10" fmla="*/ 2999953 w 5005649"/>
                <a:gd name="connsiteY10" fmla="*/ 189186 h 853152"/>
                <a:gd name="connsiteX11" fmla="*/ 3193644 w 5005649"/>
                <a:gd name="connsiteY11" fmla="*/ 216213 h 853152"/>
                <a:gd name="connsiteX12" fmla="*/ 3774716 w 5005649"/>
                <a:gd name="connsiteY12" fmla="*/ 423416 h 853152"/>
                <a:gd name="connsiteX13" fmla="*/ 4414345 w 5005649"/>
                <a:gd name="connsiteY13" fmla="*/ 499992 h 853152"/>
                <a:gd name="connsiteX14" fmla="*/ 4837762 w 5005649"/>
                <a:gd name="connsiteY14" fmla="*/ 810798 h 853152"/>
                <a:gd name="connsiteX15" fmla="*/ 4990913 w 5005649"/>
                <a:gd name="connsiteY15" fmla="*/ 851338 h 853152"/>
                <a:gd name="connsiteX16" fmla="*/ 4990913 w 5005649"/>
                <a:gd name="connsiteY16" fmla="*/ 842329 h 853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005649" h="853152">
                  <a:moveTo>
                    <a:pt x="0" y="0"/>
                  </a:moveTo>
                  <a:cubicBezTo>
                    <a:pt x="149772" y="65690"/>
                    <a:pt x="299545" y="131380"/>
                    <a:pt x="409904" y="144142"/>
                  </a:cubicBezTo>
                  <a:cubicBezTo>
                    <a:pt x="520263" y="156904"/>
                    <a:pt x="582574" y="72821"/>
                    <a:pt x="662152" y="76575"/>
                  </a:cubicBezTo>
                  <a:cubicBezTo>
                    <a:pt x="741730" y="80329"/>
                    <a:pt x="849086" y="119368"/>
                    <a:pt x="887374" y="166664"/>
                  </a:cubicBezTo>
                  <a:cubicBezTo>
                    <a:pt x="925662" y="213961"/>
                    <a:pt x="808546" y="320565"/>
                    <a:pt x="891878" y="360354"/>
                  </a:cubicBezTo>
                  <a:cubicBezTo>
                    <a:pt x="975210" y="400143"/>
                    <a:pt x="1264245" y="415909"/>
                    <a:pt x="1387366" y="405399"/>
                  </a:cubicBezTo>
                  <a:cubicBezTo>
                    <a:pt x="1510487" y="394889"/>
                    <a:pt x="1520246" y="351345"/>
                    <a:pt x="1630605" y="297292"/>
                  </a:cubicBezTo>
                  <a:cubicBezTo>
                    <a:pt x="1740964" y="243239"/>
                    <a:pt x="1948168" y="61561"/>
                    <a:pt x="2049518" y="81080"/>
                  </a:cubicBezTo>
                  <a:cubicBezTo>
                    <a:pt x="2150868" y="100599"/>
                    <a:pt x="2117084" y="374619"/>
                    <a:pt x="2238704" y="414408"/>
                  </a:cubicBezTo>
                  <a:cubicBezTo>
                    <a:pt x="2360324" y="454197"/>
                    <a:pt x="2652361" y="357352"/>
                    <a:pt x="2779236" y="319815"/>
                  </a:cubicBezTo>
                  <a:cubicBezTo>
                    <a:pt x="2906111" y="282278"/>
                    <a:pt x="2930885" y="206453"/>
                    <a:pt x="2999953" y="189186"/>
                  </a:cubicBezTo>
                  <a:cubicBezTo>
                    <a:pt x="3069021" y="171919"/>
                    <a:pt x="3064517" y="177175"/>
                    <a:pt x="3193644" y="216213"/>
                  </a:cubicBezTo>
                  <a:cubicBezTo>
                    <a:pt x="3322771" y="255251"/>
                    <a:pt x="3571266" y="376120"/>
                    <a:pt x="3774716" y="423416"/>
                  </a:cubicBezTo>
                  <a:cubicBezTo>
                    <a:pt x="3978166" y="470712"/>
                    <a:pt x="4237171" y="435428"/>
                    <a:pt x="4414345" y="499992"/>
                  </a:cubicBezTo>
                  <a:cubicBezTo>
                    <a:pt x="4591519" y="564556"/>
                    <a:pt x="4741667" y="752240"/>
                    <a:pt x="4837762" y="810798"/>
                  </a:cubicBezTo>
                  <a:cubicBezTo>
                    <a:pt x="4933857" y="869356"/>
                    <a:pt x="4965388" y="846083"/>
                    <a:pt x="4990913" y="851338"/>
                  </a:cubicBezTo>
                  <a:cubicBezTo>
                    <a:pt x="5016438" y="856593"/>
                    <a:pt x="5003675" y="849461"/>
                    <a:pt x="4990913" y="842329"/>
                  </a:cubicBezTo>
                </a:path>
              </a:pathLst>
            </a:cu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01E5DED3-6155-D9C9-C544-04355AD520AF}"/>
                </a:ext>
              </a:extLst>
            </p:cNvPr>
            <p:cNvSpPr/>
            <p:nvPr/>
          </p:nvSpPr>
          <p:spPr>
            <a:xfrm>
              <a:off x="3702644" y="1981884"/>
              <a:ext cx="4972895" cy="578323"/>
            </a:xfrm>
            <a:custGeom>
              <a:avLst/>
              <a:gdLst>
                <a:gd name="connsiteX0" fmla="*/ 0 w 4972895"/>
                <a:gd name="connsiteY0" fmla="*/ 76642 h 578323"/>
                <a:gd name="connsiteX1" fmla="*/ 486479 w 4972895"/>
                <a:gd name="connsiteY1" fmla="*/ 234297 h 578323"/>
                <a:gd name="connsiteX2" fmla="*/ 837825 w 4972895"/>
                <a:gd name="connsiteY2" fmla="*/ 297359 h 578323"/>
                <a:gd name="connsiteX3" fmla="*/ 1193675 w 4972895"/>
                <a:gd name="connsiteY3" fmla="*/ 117182 h 578323"/>
                <a:gd name="connsiteX4" fmla="*/ 1572048 w 4972895"/>
                <a:gd name="connsiteY4" fmla="*/ 58624 h 578323"/>
                <a:gd name="connsiteX5" fmla="*/ 1896367 w 4972895"/>
                <a:gd name="connsiteY5" fmla="*/ 270333 h 578323"/>
                <a:gd name="connsiteX6" fmla="*/ 2013482 w 4972895"/>
                <a:gd name="connsiteY6" fmla="*/ 513572 h 578323"/>
                <a:gd name="connsiteX7" fmla="*/ 2635094 w 4972895"/>
                <a:gd name="connsiteY7" fmla="*/ 301864 h 578323"/>
                <a:gd name="connsiteX8" fmla="*/ 2887342 w 4972895"/>
                <a:gd name="connsiteY8" fmla="*/ 67 h 578323"/>
                <a:gd name="connsiteX9" fmla="*/ 3252201 w 4972895"/>
                <a:gd name="connsiteY9" fmla="*/ 328890 h 578323"/>
                <a:gd name="connsiteX10" fmla="*/ 3513458 w 4972895"/>
                <a:gd name="connsiteY10" fmla="*/ 527085 h 578323"/>
                <a:gd name="connsiteX11" fmla="*/ 3900840 w 4972895"/>
                <a:gd name="connsiteY11" fmla="*/ 558616 h 578323"/>
                <a:gd name="connsiteX12" fmla="*/ 4076513 w 4972895"/>
                <a:gd name="connsiteY12" fmla="*/ 265828 h 578323"/>
                <a:gd name="connsiteX13" fmla="*/ 4513443 w 4972895"/>
                <a:gd name="connsiteY13" fmla="*/ 310873 h 578323"/>
                <a:gd name="connsiteX14" fmla="*/ 4851275 w 4972895"/>
                <a:gd name="connsiteY14" fmla="*/ 342404 h 578323"/>
                <a:gd name="connsiteX15" fmla="*/ 4972895 w 4972895"/>
                <a:gd name="connsiteY15" fmla="*/ 378439 h 578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72895" h="578323">
                  <a:moveTo>
                    <a:pt x="0" y="76642"/>
                  </a:moveTo>
                  <a:cubicBezTo>
                    <a:pt x="173421" y="137076"/>
                    <a:pt x="346842" y="197511"/>
                    <a:pt x="486479" y="234297"/>
                  </a:cubicBezTo>
                  <a:cubicBezTo>
                    <a:pt x="626116" y="271083"/>
                    <a:pt x="719959" y="316878"/>
                    <a:pt x="837825" y="297359"/>
                  </a:cubicBezTo>
                  <a:cubicBezTo>
                    <a:pt x="955691" y="277840"/>
                    <a:pt x="1071305" y="156971"/>
                    <a:pt x="1193675" y="117182"/>
                  </a:cubicBezTo>
                  <a:cubicBezTo>
                    <a:pt x="1316046" y="77393"/>
                    <a:pt x="1454933" y="33099"/>
                    <a:pt x="1572048" y="58624"/>
                  </a:cubicBezTo>
                  <a:cubicBezTo>
                    <a:pt x="1689163" y="84149"/>
                    <a:pt x="1822795" y="194508"/>
                    <a:pt x="1896367" y="270333"/>
                  </a:cubicBezTo>
                  <a:cubicBezTo>
                    <a:pt x="1969939" y="346158"/>
                    <a:pt x="1890361" y="508317"/>
                    <a:pt x="2013482" y="513572"/>
                  </a:cubicBezTo>
                  <a:cubicBezTo>
                    <a:pt x="2136603" y="518827"/>
                    <a:pt x="2489451" y="387448"/>
                    <a:pt x="2635094" y="301864"/>
                  </a:cubicBezTo>
                  <a:cubicBezTo>
                    <a:pt x="2780737" y="216280"/>
                    <a:pt x="2784491" y="-4437"/>
                    <a:pt x="2887342" y="67"/>
                  </a:cubicBezTo>
                  <a:cubicBezTo>
                    <a:pt x="2990193" y="4571"/>
                    <a:pt x="3147848" y="241054"/>
                    <a:pt x="3252201" y="328890"/>
                  </a:cubicBezTo>
                  <a:cubicBezTo>
                    <a:pt x="3356554" y="416726"/>
                    <a:pt x="3405351" y="488797"/>
                    <a:pt x="3513458" y="527085"/>
                  </a:cubicBezTo>
                  <a:cubicBezTo>
                    <a:pt x="3621565" y="565373"/>
                    <a:pt x="3806998" y="602159"/>
                    <a:pt x="3900840" y="558616"/>
                  </a:cubicBezTo>
                  <a:cubicBezTo>
                    <a:pt x="3994682" y="515073"/>
                    <a:pt x="3974413" y="307118"/>
                    <a:pt x="4076513" y="265828"/>
                  </a:cubicBezTo>
                  <a:cubicBezTo>
                    <a:pt x="4178613" y="224538"/>
                    <a:pt x="4513443" y="310873"/>
                    <a:pt x="4513443" y="310873"/>
                  </a:cubicBezTo>
                  <a:cubicBezTo>
                    <a:pt x="4642570" y="323636"/>
                    <a:pt x="4774700" y="331143"/>
                    <a:pt x="4851275" y="342404"/>
                  </a:cubicBezTo>
                  <a:cubicBezTo>
                    <a:pt x="4927850" y="353665"/>
                    <a:pt x="4950372" y="366052"/>
                    <a:pt x="4972895" y="378439"/>
                  </a:cubicBez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7EBD140-7BF1-6E8C-40E3-E0A5884EF6A6}"/>
              </a:ext>
            </a:extLst>
          </p:cNvPr>
          <p:cNvCxnSpPr>
            <a:cxnSpLocks/>
          </p:cNvCxnSpPr>
          <p:nvPr/>
        </p:nvCxnSpPr>
        <p:spPr>
          <a:xfrm flipV="1">
            <a:off x="6223479" y="-20675"/>
            <a:ext cx="10921" cy="5439321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AEAF9C2-D8DB-37F6-E867-DAFD50AB8D95}"/>
              </a:ext>
            </a:extLst>
          </p:cNvPr>
          <p:cNvCxnSpPr>
            <a:cxnSpLocks/>
          </p:cNvCxnSpPr>
          <p:nvPr/>
        </p:nvCxnSpPr>
        <p:spPr>
          <a:xfrm>
            <a:off x="2474413" y="4367050"/>
            <a:ext cx="3754526" cy="223701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82802B85-EE3A-BDE7-ABA8-E67B608B1892}"/>
              </a:ext>
            </a:extLst>
          </p:cNvPr>
          <p:cNvCxnSpPr/>
          <p:nvPr/>
        </p:nvCxnSpPr>
        <p:spPr>
          <a:xfrm>
            <a:off x="6238884" y="4542449"/>
            <a:ext cx="472619" cy="202700"/>
          </a:xfrm>
          <a:prstGeom prst="line">
            <a:avLst/>
          </a:prstGeom>
          <a:ln w="5715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88" name="Graphic 87" descr="Frangipani with solid fill">
            <a:extLst>
              <a:ext uri="{FF2B5EF4-FFF2-40B4-BE49-F238E27FC236}">
                <a16:creationId xmlns:a16="http://schemas.microsoft.com/office/drawing/2014/main" id="{FD4CB169-0C33-B572-0988-66C3C25848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37201" y="3429000"/>
            <a:ext cx="720000" cy="720000"/>
          </a:xfrm>
          <a:prstGeom prst="rect">
            <a:avLst/>
          </a:prstGeom>
        </p:spPr>
      </p:pic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010961C1-D792-14C1-491C-D7BF79A5C80D}"/>
              </a:ext>
            </a:extLst>
          </p:cNvPr>
          <p:cNvCxnSpPr>
            <a:cxnSpLocks/>
          </p:cNvCxnSpPr>
          <p:nvPr/>
        </p:nvCxnSpPr>
        <p:spPr>
          <a:xfrm>
            <a:off x="10097201" y="3992979"/>
            <a:ext cx="0" cy="12779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55B7BEF-EE99-B337-2EA3-76E292FA8EAD}"/>
              </a:ext>
            </a:extLst>
          </p:cNvPr>
          <p:cNvSpPr/>
          <p:nvPr/>
        </p:nvSpPr>
        <p:spPr>
          <a:xfrm>
            <a:off x="921537" y="4176554"/>
            <a:ext cx="1440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Supplied to PhenoFlex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900FB19-F096-128E-749A-00ED61519E91}"/>
              </a:ext>
            </a:extLst>
          </p:cNvPr>
          <p:cNvCxnSpPr/>
          <p:nvPr/>
        </p:nvCxnSpPr>
        <p:spPr>
          <a:xfrm>
            <a:off x="6204555" y="2612270"/>
            <a:ext cx="472619" cy="202700"/>
          </a:xfrm>
          <a:prstGeom prst="line">
            <a:avLst/>
          </a:prstGeom>
          <a:ln w="5715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2D13AB16-B821-1FFC-FF24-E64ED8655A05}"/>
              </a:ext>
            </a:extLst>
          </p:cNvPr>
          <p:cNvSpPr/>
          <p:nvPr/>
        </p:nvSpPr>
        <p:spPr>
          <a:xfrm>
            <a:off x="2445907" y="5118392"/>
            <a:ext cx="9486337" cy="326467"/>
          </a:xfrm>
          <a:prstGeom prst="rect">
            <a:avLst/>
          </a:prstGeom>
          <a:gradFill flip="none" rotWithShape="1">
            <a:gsLst>
              <a:gs pos="32000">
                <a:srgbClr val="080808"/>
              </a:gs>
              <a:gs pos="43000">
                <a:srgbClr val="626262"/>
              </a:gs>
              <a:gs pos="45000">
                <a:srgbClr val="D9D9D9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Season</a:t>
            </a:r>
          </a:p>
        </p:txBody>
      </p:sp>
    </p:spTree>
    <p:extLst>
      <p:ext uri="{BB962C8B-B14F-4D97-AF65-F5344CB8AC3E}">
        <p14:creationId xmlns:p14="http://schemas.microsoft.com/office/powerpoint/2010/main" val="24719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7366E-4009-5904-6984-8ADD05F1D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152346A3-5593-4A26-1CBE-E5287A1F7C1C}"/>
              </a:ext>
            </a:extLst>
          </p:cNvPr>
          <p:cNvGrpSpPr/>
          <p:nvPr/>
        </p:nvGrpSpPr>
        <p:grpSpPr>
          <a:xfrm>
            <a:off x="2445907" y="5355772"/>
            <a:ext cx="9517868" cy="525859"/>
            <a:chOff x="590081" y="5851259"/>
            <a:chExt cx="10053895" cy="525859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846C2E23-B13C-B0BB-7038-AECAB0880CDA}"/>
                </a:ext>
              </a:extLst>
            </p:cNvPr>
            <p:cNvCxnSpPr>
              <a:cxnSpLocks/>
            </p:cNvCxnSpPr>
            <p:nvPr/>
          </p:nvCxnSpPr>
          <p:spPr>
            <a:xfrm>
              <a:off x="590081" y="5851259"/>
              <a:ext cx="100538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B763555-9659-9E1D-158B-3956BE979ABE}"/>
                </a:ext>
              </a:extLst>
            </p:cNvPr>
            <p:cNvSpPr txBox="1"/>
            <p:nvPr/>
          </p:nvSpPr>
          <p:spPr>
            <a:xfrm>
              <a:off x="590081" y="5977008"/>
              <a:ext cx="6030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Aug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8EB76AB-ED4B-9D8F-D174-73C838BECB8D}"/>
                </a:ext>
              </a:extLst>
            </p:cNvPr>
            <p:cNvSpPr txBox="1"/>
            <p:nvPr/>
          </p:nvSpPr>
          <p:spPr>
            <a:xfrm>
              <a:off x="1505516" y="5977008"/>
              <a:ext cx="6094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Sep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9D7F6C-AD16-B8B5-C7B7-586886A96AED}"/>
                </a:ext>
              </a:extLst>
            </p:cNvPr>
            <p:cNvSpPr txBox="1"/>
            <p:nvPr/>
          </p:nvSpPr>
          <p:spPr>
            <a:xfrm>
              <a:off x="2427363" y="5977008"/>
              <a:ext cx="59022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Oct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1100826-7EFF-293E-DC2B-83BEA7F8DC75}"/>
                </a:ext>
              </a:extLst>
            </p:cNvPr>
            <p:cNvSpPr txBox="1"/>
            <p:nvPr/>
          </p:nvSpPr>
          <p:spPr>
            <a:xfrm>
              <a:off x="3329974" y="5977008"/>
              <a:ext cx="61978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Nov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F65B83-6795-7C71-7B0B-566B942C68CF}"/>
                </a:ext>
              </a:extLst>
            </p:cNvPr>
            <p:cNvSpPr txBox="1"/>
            <p:nvPr/>
          </p:nvSpPr>
          <p:spPr>
            <a:xfrm>
              <a:off x="4262144" y="5977008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Dec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1CBE935-17BF-0C51-4DED-01E4226F3877}"/>
                </a:ext>
              </a:extLst>
            </p:cNvPr>
            <p:cNvSpPr txBox="1"/>
            <p:nvPr/>
          </p:nvSpPr>
          <p:spPr>
            <a:xfrm>
              <a:off x="5204830" y="5977008"/>
              <a:ext cx="5479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Jan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E1FC929-D7D8-88AA-F119-130C74BB63B0}"/>
                </a:ext>
              </a:extLst>
            </p:cNvPr>
            <p:cNvSpPr txBox="1"/>
            <p:nvPr/>
          </p:nvSpPr>
          <p:spPr>
            <a:xfrm>
              <a:off x="6065186" y="5977008"/>
              <a:ext cx="5949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Feb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461B01-BBFB-2780-7BD5-0F7BFCEA447D}"/>
                </a:ext>
              </a:extLst>
            </p:cNvPr>
            <p:cNvSpPr txBox="1"/>
            <p:nvPr/>
          </p:nvSpPr>
          <p:spPr>
            <a:xfrm>
              <a:off x="6972542" y="5977008"/>
              <a:ext cx="6094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Mar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9C6BF22-A29F-2F33-0D5D-3AD5BCD5F56B}"/>
                </a:ext>
              </a:extLst>
            </p:cNvPr>
            <p:cNvSpPr txBox="1"/>
            <p:nvPr/>
          </p:nvSpPr>
          <p:spPr>
            <a:xfrm>
              <a:off x="7894389" y="5977008"/>
              <a:ext cx="5661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Apr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6F78B1F-F4D4-51B0-0F36-60E88F0346D7}"/>
                </a:ext>
              </a:extLst>
            </p:cNvPr>
            <p:cNvSpPr txBox="1"/>
            <p:nvPr/>
          </p:nvSpPr>
          <p:spPr>
            <a:xfrm>
              <a:off x="8772955" y="5977008"/>
              <a:ext cx="6380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May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D616527-762C-CCE0-83B5-1C1F97A26723}"/>
                </a:ext>
              </a:extLst>
            </p:cNvPr>
            <p:cNvSpPr txBox="1"/>
            <p:nvPr/>
          </p:nvSpPr>
          <p:spPr>
            <a:xfrm>
              <a:off x="9723404" y="5977008"/>
              <a:ext cx="68800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June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00624D0A-E4C2-484F-93C2-436206E5EFD9}"/>
              </a:ext>
            </a:extLst>
          </p:cNvPr>
          <p:cNvSpPr/>
          <p:nvPr/>
        </p:nvSpPr>
        <p:spPr>
          <a:xfrm>
            <a:off x="960330" y="3176345"/>
            <a:ext cx="1440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Observed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CF6B56-EC7E-F12B-BFD8-3AC168261CC5}"/>
              </a:ext>
            </a:extLst>
          </p:cNvPr>
          <p:cNvSpPr/>
          <p:nvPr/>
        </p:nvSpPr>
        <p:spPr>
          <a:xfrm>
            <a:off x="976336" y="2295512"/>
            <a:ext cx="1440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Short-term forecast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153626-26D5-E270-19F7-2EA6217760A9}"/>
              </a:ext>
            </a:extLst>
          </p:cNvPr>
          <p:cNvSpPr/>
          <p:nvPr/>
        </p:nvSpPr>
        <p:spPr>
          <a:xfrm>
            <a:off x="1005907" y="1414678"/>
            <a:ext cx="1440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Long-term forecast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DC3D841-6576-B998-0D9D-40689D5BE252}"/>
              </a:ext>
            </a:extLst>
          </p:cNvPr>
          <p:cNvSpPr/>
          <p:nvPr/>
        </p:nvSpPr>
        <p:spPr>
          <a:xfrm>
            <a:off x="1005907" y="533844"/>
            <a:ext cx="1440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Long-term means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39B7AA7-B771-B401-E46C-3557D74FD009}"/>
              </a:ext>
            </a:extLst>
          </p:cNvPr>
          <p:cNvGrpSpPr/>
          <p:nvPr/>
        </p:nvGrpSpPr>
        <p:grpSpPr>
          <a:xfrm>
            <a:off x="26139" y="496067"/>
            <a:ext cx="950197" cy="3149761"/>
            <a:chOff x="26139" y="496067"/>
            <a:chExt cx="950197" cy="314976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7EE2EB1-16AF-F7C5-5AB1-3F86E11CFCF6}"/>
                </a:ext>
              </a:extLst>
            </p:cNvPr>
            <p:cNvSpPr/>
            <p:nvPr/>
          </p:nvSpPr>
          <p:spPr>
            <a:xfrm>
              <a:off x="94592" y="533844"/>
              <a:ext cx="797285" cy="3074207"/>
            </a:xfrm>
            <a:prstGeom prst="rect">
              <a:avLst/>
            </a:prstGeom>
            <a:gradFill>
              <a:gsLst>
                <a:gs pos="40000">
                  <a:srgbClr val="808080"/>
                </a:gs>
                <a:gs pos="20000">
                  <a:schemeClr val="bg1"/>
                </a:gs>
                <a:gs pos="70000">
                  <a:schemeClr val="tx1">
                    <a:lumMod val="65000"/>
                    <a:lumOff val="35000"/>
                  </a:schemeClr>
                </a:gs>
                <a:gs pos="90000">
                  <a:schemeClr val="tx1"/>
                </a:gs>
              </a:gsLst>
              <a:lin ang="54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32B9CEA-2D53-0FA4-2E1A-47EA6D340F7B}"/>
                </a:ext>
              </a:extLst>
            </p:cNvPr>
            <p:cNvSpPr txBox="1"/>
            <p:nvPr/>
          </p:nvSpPr>
          <p:spPr>
            <a:xfrm>
              <a:off x="113514" y="3338051"/>
              <a:ext cx="7594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Certain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FF49B20-16AE-D80C-0AD3-C4CE3DB12B67}"/>
                </a:ext>
              </a:extLst>
            </p:cNvPr>
            <p:cNvSpPr txBox="1"/>
            <p:nvPr/>
          </p:nvSpPr>
          <p:spPr>
            <a:xfrm>
              <a:off x="26139" y="496067"/>
              <a:ext cx="95019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Uncertain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D6CAE387-0F93-3B60-F31B-A2C40620633F}"/>
              </a:ext>
            </a:extLst>
          </p:cNvPr>
          <p:cNvSpPr txBox="1"/>
          <p:nvPr/>
        </p:nvSpPr>
        <p:spPr>
          <a:xfrm>
            <a:off x="977400" y="-20675"/>
            <a:ext cx="14970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Weather sources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262037D-D2CA-4253-AE19-CC55053DFD0A}"/>
              </a:ext>
            </a:extLst>
          </p:cNvPr>
          <p:cNvGrpSpPr/>
          <p:nvPr/>
        </p:nvGrpSpPr>
        <p:grpSpPr>
          <a:xfrm>
            <a:off x="2720678" y="475422"/>
            <a:ext cx="8475777" cy="468000"/>
            <a:chOff x="2626084" y="291254"/>
            <a:chExt cx="7526908" cy="844560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B6F2B9A-2DFC-04E1-EC34-346EBAF93E45}"/>
                </a:ext>
              </a:extLst>
            </p:cNvPr>
            <p:cNvSpPr/>
            <p:nvPr/>
          </p:nvSpPr>
          <p:spPr>
            <a:xfrm>
              <a:off x="2626084" y="300395"/>
              <a:ext cx="7526908" cy="699119"/>
            </a:xfrm>
            <a:custGeom>
              <a:avLst/>
              <a:gdLst>
                <a:gd name="connsiteX0" fmla="*/ 0 w 7526908"/>
                <a:gd name="connsiteY0" fmla="*/ 207204 h 699119"/>
                <a:gd name="connsiteX1" fmla="*/ 1130613 w 7526908"/>
                <a:gd name="connsiteY1" fmla="*/ 513505 h 699119"/>
                <a:gd name="connsiteX2" fmla="*/ 2666625 w 7526908"/>
                <a:gd name="connsiteY2" fmla="*/ 689178 h 699119"/>
                <a:gd name="connsiteX3" fmla="*/ 3999937 w 7526908"/>
                <a:gd name="connsiteY3" fmla="*/ 662151 h 699119"/>
                <a:gd name="connsiteX4" fmla="*/ 5085505 w 7526908"/>
                <a:gd name="connsiteY4" fmla="*/ 536027 h 699119"/>
                <a:gd name="connsiteX5" fmla="*/ 6067472 w 7526908"/>
                <a:gd name="connsiteY5" fmla="*/ 324319 h 699119"/>
                <a:gd name="connsiteX6" fmla="*/ 6684579 w 7526908"/>
                <a:gd name="connsiteY6" fmla="*/ 153150 h 699119"/>
                <a:gd name="connsiteX7" fmla="*/ 7094483 w 7526908"/>
                <a:gd name="connsiteY7" fmla="*/ 90088 h 699119"/>
                <a:gd name="connsiteX8" fmla="*/ 7526908 w 7526908"/>
                <a:gd name="connsiteY8" fmla="*/ 0 h 699119"/>
                <a:gd name="connsiteX9" fmla="*/ 7526908 w 7526908"/>
                <a:gd name="connsiteY9" fmla="*/ 0 h 699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26908" h="699119" extrusionOk="0">
                  <a:moveTo>
                    <a:pt x="0" y="207204"/>
                  </a:moveTo>
                  <a:cubicBezTo>
                    <a:pt x="297967" y="292358"/>
                    <a:pt x="669867" y="439297"/>
                    <a:pt x="1130613" y="513505"/>
                  </a:cubicBezTo>
                  <a:cubicBezTo>
                    <a:pt x="1582913" y="595489"/>
                    <a:pt x="2140775" y="665918"/>
                    <a:pt x="2666625" y="689178"/>
                  </a:cubicBezTo>
                  <a:cubicBezTo>
                    <a:pt x="3095543" y="762099"/>
                    <a:pt x="3592241" y="712821"/>
                    <a:pt x="3999937" y="662151"/>
                  </a:cubicBezTo>
                  <a:cubicBezTo>
                    <a:pt x="4365298" y="615953"/>
                    <a:pt x="4751997" y="597627"/>
                    <a:pt x="5085505" y="536027"/>
                  </a:cubicBezTo>
                  <a:cubicBezTo>
                    <a:pt x="5439549" y="480844"/>
                    <a:pt x="5811825" y="365772"/>
                    <a:pt x="6067472" y="324319"/>
                  </a:cubicBezTo>
                  <a:cubicBezTo>
                    <a:pt x="6313080" y="257305"/>
                    <a:pt x="6495313" y="209227"/>
                    <a:pt x="6684579" y="153150"/>
                  </a:cubicBezTo>
                  <a:cubicBezTo>
                    <a:pt x="6854690" y="104032"/>
                    <a:pt x="6952380" y="117996"/>
                    <a:pt x="7094483" y="90088"/>
                  </a:cubicBezTo>
                  <a:cubicBezTo>
                    <a:pt x="7234871" y="64563"/>
                    <a:pt x="7526908" y="0"/>
                    <a:pt x="7526908" y="0"/>
                  </a:cubicBezTo>
                  <a:lnTo>
                    <a:pt x="7526908" y="0"/>
                  </a:lnTo>
                </a:path>
              </a:pathLst>
            </a:custGeom>
            <a:noFill/>
            <a:ln w="38100"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7526908"/>
                        <a:gd name="connsiteY0" fmla="*/ 207204 h 699119"/>
                        <a:gd name="connsiteX1" fmla="*/ 1130613 w 7526908"/>
                        <a:gd name="connsiteY1" fmla="*/ 513505 h 699119"/>
                        <a:gd name="connsiteX2" fmla="*/ 2666625 w 7526908"/>
                        <a:gd name="connsiteY2" fmla="*/ 689178 h 699119"/>
                        <a:gd name="connsiteX3" fmla="*/ 3999937 w 7526908"/>
                        <a:gd name="connsiteY3" fmla="*/ 662151 h 699119"/>
                        <a:gd name="connsiteX4" fmla="*/ 5085505 w 7526908"/>
                        <a:gd name="connsiteY4" fmla="*/ 536027 h 699119"/>
                        <a:gd name="connsiteX5" fmla="*/ 6067472 w 7526908"/>
                        <a:gd name="connsiteY5" fmla="*/ 324319 h 699119"/>
                        <a:gd name="connsiteX6" fmla="*/ 6684579 w 7526908"/>
                        <a:gd name="connsiteY6" fmla="*/ 153150 h 699119"/>
                        <a:gd name="connsiteX7" fmla="*/ 7094483 w 7526908"/>
                        <a:gd name="connsiteY7" fmla="*/ 90088 h 699119"/>
                        <a:gd name="connsiteX8" fmla="*/ 7526908 w 7526908"/>
                        <a:gd name="connsiteY8" fmla="*/ 0 h 699119"/>
                        <a:gd name="connsiteX9" fmla="*/ 7526908 w 7526908"/>
                        <a:gd name="connsiteY9" fmla="*/ 0 h 6991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526908" h="699119">
                          <a:moveTo>
                            <a:pt x="0" y="207204"/>
                          </a:moveTo>
                          <a:cubicBezTo>
                            <a:pt x="343088" y="320190"/>
                            <a:pt x="686176" y="433176"/>
                            <a:pt x="1130613" y="513505"/>
                          </a:cubicBezTo>
                          <a:cubicBezTo>
                            <a:pt x="1575051" y="593834"/>
                            <a:pt x="2188404" y="664404"/>
                            <a:pt x="2666625" y="689178"/>
                          </a:cubicBezTo>
                          <a:cubicBezTo>
                            <a:pt x="3144846" y="713952"/>
                            <a:pt x="3596790" y="687676"/>
                            <a:pt x="3999937" y="662151"/>
                          </a:cubicBezTo>
                          <a:cubicBezTo>
                            <a:pt x="4403084" y="636626"/>
                            <a:pt x="4740916" y="592332"/>
                            <a:pt x="5085505" y="536027"/>
                          </a:cubicBezTo>
                          <a:cubicBezTo>
                            <a:pt x="5430094" y="479722"/>
                            <a:pt x="5800960" y="388132"/>
                            <a:pt x="6067472" y="324319"/>
                          </a:cubicBezTo>
                          <a:cubicBezTo>
                            <a:pt x="6333984" y="260506"/>
                            <a:pt x="6513411" y="192188"/>
                            <a:pt x="6684579" y="153150"/>
                          </a:cubicBezTo>
                          <a:cubicBezTo>
                            <a:pt x="6855747" y="114112"/>
                            <a:pt x="6954095" y="115613"/>
                            <a:pt x="7094483" y="90088"/>
                          </a:cubicBezTo>
                          <a:cubicBezTo>
                            <a:pt x="7234871" y="64563"/>
                            <a:pt x="7526908" y="0"/>
                            <a:pt x="7526908" y="0"/>
                          </a:cubicBezTo>
                          <a:lnTo>
                            <a:pt x="7526908" y="0"/>
                          </a:lnTo>
                        </a:path>
                      </a:pathLst>
                    </a:cu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FDAC688-E52A-BAC5-94BC-8DC592615E96}"/>
                    </a:ext>
                  </a:extLst>
                </p14:cNvPr>
                <p14:cNvContentPartPr/>
                <p14:nvPr/>
              </p14:nvContentPartPr>
              <p14:xfrm>
                <a:off x="2679916" y="291254"/>
                <a:ext cx="7360200" cy="646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FDAC688-E52A-BAC5-94BC-8DC592615E9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599990" y="-33470"/>
                  <a:ext cx="7519732" cy="12949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DAC356B-53D3-3209-7B93-A882E6136863}"/>
                    </a:ext>
                  </a:extLst>
                </p14:cNvPr>
                <p14:cNvContentPartPr/>
                <p14:nvPr/>
              </p14:nvContentPartPr>
              <p14:xfrm>
                <a:off x="2679916" y="490694"/>
                <a:ext cx="7250400" cy="645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DAC356B-53D3-3209-7B93-A882E613686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99992" y="166187"/>
                  <a:ext cx="7409929" cy="1293485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CA6F39C-D456-310A-09DA-2DDB650DB39B}"/>
              </a:ext>
            </a:extLst>
          </p:cNvPr>
          <p:cNvCxnSpPr>
            <a:cxnSpLocks/>
          </p:cNvCxnSpPr>
          <p:nvPr/>
        </p:nvCxnSpPr>
        <p:spPr>
          <a:xfrm>
            <a:off x="2487707" y="3292457"/>
            <a:ext cx="4470859" cy="423888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Arrow: Down 44">
            <a:extLst>
              <a:ext uri="{FF2B5EF4-FFF2-40B4-BE49-F238E27FC236}">
                <a16:creationId xmlns:a16="http://schemas.microsoft.com/office/drawing/2014/main" id="{11BE20DE-8B4F-779E-7A93-9F2B695112FE}"/>
              </a:ext>
            </a:extLst>
          </p:cNvPr>
          <p:cNvSpPr/>
          <p:nvPr/>
        </p:nvSpPr>
        <p:spPr>
          <a:xfrm rot="10800000">
            <a:off x="8371753" y="5977403"/>
            <a:ext cx="905391" cy="4001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DD4B235-55AB-A695-02F2-0FBA263A3B4C}"/>
              </a:ext>
            </a:extLst>
          </p:cNvPr>
          <p:cNvSpPr txBox="1"/>
          <p:nvPr/>
        </p:nvSpPr>
        <p:spPr>
          <a:xfrm>
            <a:off x="8144972" y="6463079"/>
            <a:ext cx="1362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are here</a:t>
            </a:r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4D85D4A7-DF9D-6B47-88AE-EE4FDF9343BF}"/>
              </a:ext>
            </a:extLst>
          </p:cNvPr>
          <p:cNvSpPr/>
          <p:nvPr/>
        </p:nvSpPr>
        <p:spPr>
          <a:xfrm>
            <a:off x="9360783" y="4691076"/>
            <a:ext cx="5053974" cy="317689"/>
          </a:xfrm>
          <a:custGeom>
            <a:avLst/>
            <a:gdLst>
              <a:gd name="connsiteX0" fmla="*/ 0 w 5053974"/>
              <a:gd name="connsiteY0" fmla="*/ 23173 h 543300"/>
              <a:gd name="connsiteX1" fmla="*/ 837825 w 5053974"/>
              <a:gd name="connsiteY1" fmla="*/ 284430 h 543300"/>
              <a:gd name="connsiteX2" fmla="*/ 1310790 w 5053974"/>
              <a:gd name="connsiteY2" fmla="*/ 406050 h 543300"/>
              <a:gd name="connsiteX3" fmla="*/ 1441419 w 5053974"/>
              <a:gd name="connsiteY3" fmla="*/ 221368 h 543300"/>
              <a:gd name="connsiteX4" fmla="*/ 1603578 w 5053974"/>
              <a:gd name="connsiteY4" fmla="*/ 90739 h 543300"/>
              <a:gd name="connsiteX5" fmla="*/ 1698171 w 5053974"/>
              <a:gd name="connsiteY5" fmla="*/ 248394 h 543300"/>
              <a:gd name="connsiteX6" fmla="*/ 1806278 w 5053974"/>
              <a:gd name="connsiteY6" fmla="*/ 370014 h 543300"/>
              <a:gd name="connsiteX7" fmla="*/ 2045013 w 5053974"/>
              <a:gd name="connsiteY7" fmla="*/ 311456 h 543300"/>
              <a:gd name="connsiteX8" fmla="*/ 2247712 w 5053974"/>
              <a:gd name="connsiteY8" fmla="*/ 113261 h 543300"/>
              <a:gd name="connsiteX9" fmla="*/ 2382845 w 5053974"/>
              <a:gd name="connsiteY9" fmla="*/ 230377 h 543300"/>
              <a:gd name="connsiteX10" fmla="*/ 2468430 w 5053974"/>
              <a:gd name="connsiteY10" fmla="*/ 379023 h 543300"/>
              <a:gd name="connsiteX11" fmla="*/ 2999953 w 5053974"/>
              <a:gd name="connsiteY11" fmla="*/ 541183 h 543300"/>
              <a:gd name="connsiteX12" fmla="*/ 3549494 w 5053974"/>
              <a:gd name="connsiteY12" fmla="*/ 257403 h 543300"/>
              <a:gd name="connsiteX13" fmla="*/ 3779220 w 5053974"/>
              <a:gd name="connsiteY13" fmla="*/ 149297 h 543300"/>
              <a:gd name="connsiteX14" fmla="*/ 4387318 w 5053974"/>
              <a:gd name="connsiteY14" fmla="*/ 288934 h 543300"/>
              <a:gd name="connsiteX15" fmla="*/ 4585513 w 5053974"/>
              <a:gd name="connsiteY15" fmla="*/ 162810 h 543300"/>
              <a:gd name="connsiteX16" fmla="*/ 4851275 w 5053974"/>
              <a:gd name="connsiteY16" fmla="*/ 45695 h 543300"/>
              <a:gd name="connsiteX17" fmla="*/ 5004426 w 5053974"/>
              <a:gd name="connsiteY17" fmla="*/ 651 h 543300"/>
              <a:gd name="connsiteX18" fmla="*/ 5053974 w 5053974"/>
              <a:gd name="connsiteY18" fmla="*/ 23173 h 54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053974" h="543300">
                <a:moveTo>
                  <a:pt x="0" y="23173"/>
                </a:moveTo>
                <a:lnTo>
                  <a:pt x="837825" y="284430"/>
                </a:lnTo>
                <a:cubicBezTo>
                  <a:pt x="1056290" y="348243"/>
                  <a:pt x="1210191" y="416560"/>
                  <a:pt x="1310790" y="406050"/>
                </a:cubicBezTo>
                <a:cubicBezTo>
                  <a:pt x="1411389" y="395540"/>
                  <a:pt x="1392621" y="273920"/>
                  <a:pt x="1441419" y="221368"/>
                </a:cubicBezTo>
                <a:cubicBezTo>
                  <a:pt x="1490217" y="168816"/>
                  <a:pt x="1560786" y="86235"/>
                  <a:pt x="1603578" y="90739"/>
                </a:cubicBezTo>
                <a:cubicBezTo>
                  <a:pt x="1646370" y="95243"/>
                  <a:pt x="1664388" y="201848"/>
                  <a:pt x="1698171" y="248394"/>
                </a:cubicBezTo>
                <a:cubicBezTo>
                  <a:pt x="1731954" y="294940"/>
                  <a:pt x="1748471" y="359504"/>
                  <a:pt x="1806278" y="370014"/>
                </a:cubicBezTo>
                <a:cubicBezTo>
                  <a:pt x="1864085" y="380524"/>
                  <a:pt x="1971441" y="354248"/>
                  <a:pt x="2045013" y="311456"/>
                </a:cubicBezTo>
                <a:cubicBezTo>
                  <a:pt x="2118585" y="268664"/>
                  <a:pt x="2191407" y="126774"/>
                  <a:pt x="2247712" y="113261"/>
                </a:cubicBezTo>
                <a:cubicBezTo>
                  <a:pt x="2304017" y="99748"/>
                  <a:pt x="2346059" y="186083"/>
                  <a:pt x="2382845" y="230377"/>
                </a:cubicBezTo>
                <a:cubicBezTo>
                  <a:pt x="2419631" y="274671"/>
                  <a:pt x="2365579" y="327222"/>
                  <a:pt x="2468430" y="379023"/>
                </a:cubicBezTo>
                <a:cubicBezTo>
                  <a:pt x="2571281" y="430824"/>
                  <a:pt x="2819776" y="561453"/>
                  <a:pt x="2999953" y="541183"/>
                </a:cubicBezTo>
                <a:cubicBezTo>
                  <a:pt x="3180130" y="520913"/>
                  <a:pt x="3419616" y="322717"/>
                  <a:pt x="3549494" y="257403"/>
                </a:cubicBezTo>
                <a:cubicBezTo>
                  <a:pt x="3679372" y="192089"/>
                  <a:pt x="3639583" y="144042"/>
                  <a:pt x="3779220" y="149297"/>
                </a:cubicBezTo>
                <a:cubicBezTo>
                  <a:pt x="3918857" y="154552"/>
                  <a:pt x="4252936" y="286682"/>
                  <a:pt x="4387318" y="288934"/>
                </a:cubicBezTo>
                <a:cubicBezTo>
                  <a:pt x="4521700" y="291186"/>
                  <a:pt x="4508187" y="203350"/>
                  <a:pt x="4585513" y="162810"/>
                </a:cubicBezTo>
                <a:cubicBezTo>
                  <a:pt x="4662839" y="122270"/>
                  <a:pt x="4781456" y="72721"/>
                  <a:pt x="4851275" y="45695"/>
                </a:cubicBezTo>
                <a:cubicBezTo>
                  <a:pt x="4921094" y="18669"/>
                  <a:pt x="4970643" y="4405"/>
                  <a:pt x="5004426" y="651"/>
                </a:cubicBezTo>
                <a:cubicBezTo>
                  <a:pt x="5038209" y="-3103"/>
                  <a:pt x="5046091" y="10035"/>
                  <a:pt x="5053974" y="23173"/>
                </a:cubicBezTo>
              </a:path>
            </a:pathLst>
          </a:cu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370D399-862A-5A87-05FC-353537CECC9D}"/>
              </a:ext>
            </a:extLst>
          </p:cNvPr>
          <p:cNvGrpSpPr/>
          <p:nvPr/>
        </p:nvGrpSpPr>
        <p:grpSpPr>
          <a:xfrm>
            <a:off x="8810973" y="1565448"/>
            <a:ext cx="5053974" cy="530859"/>
            <a:chOff x="3657600" y="1927247"/>
            <a:chExt cx="5053974" cy="907856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984A00B-77E6-BD7D-F34F-A92C2B799964}"/>
                </a:ext>
              </a:extLst>
            </p:cNvPr>
            <p:cNvSpPr/>
            <p:nvPr/>
          </p:nvSpPr>
          <p:spPr>
            <a:xfrm>
              <a:off x="3657600" y="1927247"/>
              <a:ext cx="5053974" cy="543300"/>
            </a:xfrm>
            <a:custGeom>
              <a:avLst/>
              <a:gdLst>
                <a:gd name="connsiteX0" fmla="*/ 0 w 5053974"/>
                <a:gd name="connsiteY0" fmla="*/ 23173 h 543300"/>
                <a:gd name="connsiteX1" fmla="*/ 837825 w 5053974"/>
                <a:gd name="connsiteY1" fmla="*/ 284430 h 543300"/>
                <a:gd name="connsiteX2" fmla="*/ 1310790 w 5053974"/>
                <a:gd name="connsiteY2" fmla="*/ 406050 h 543300"/>
                <a:gd name="connsiteX3" fmla="*/ 1441419 w 5053974"/>
                <a:gd name="connsiteY3" fmla="*/ 221368 h 543300"/>
                <a:gd name="connsiteX4" fmla="*/ 1603578 w 5053974"/>
                <a:gd name="connsiteY4" fmla="*/ 90739 h 543300"/>
                <a:gd name="connsiteX5" fmla="*/ 1698171 w 5053974"/>
                <a:gd name="connsiteY5" fmla="*/ 248394 h 543300"/>
                <a:gd name="connsiteX6" fmla="*/ 1806278 w 5053974"/>
                <a:gd name="connsiteY6" fmla="*/ 370014 h 543300"/>
                <a:gd name="connsiteX7" fmla="*/ 2045013 w 5053974"/>
                <a:gd name="connsiteY7" fmla="*/ 311456 h 543300"/>
                <a:gd name="connsiteX8" fmla="*/ 2247712 w 5053974"/>
                <a:gd name="connsiteY8" fmla="*/ 113261 h 543300"/>
                <a:gd name="connsiteX9" fmla="*/ 2382845 w 5053974"/>
                <a:gd name="connsiteY9" fmla="*/ 230377 h 543300"/>
                <a:gd name="connsiteX10" fmla="*/ 2468430 w 5053974"/>
                <a:gd name="connsiteY10" fmla="*/ 379023 h 543300"/>
                <a:gd name="connsiteX11" fmla="*/ 2999953 w 5053974"/>
                <a:gd name="connsiteY11" fmla="*/ 541183 h 543300"/>
                <a:gd name="connsiteX12" fmla="*/ 3549494 w 5053974"/>
                <a:gd name="connsiteY12" fmla="*/ 257403 h 543300"/>
                <a:gd name="connsiteX13" fmla="*/ 3779220 w 5053974"/>
                <a:gd name="connsiteY13" fmla="*/ 149297 h 543300"/>
                <a:gd name="connsiteX14" fmla="*/ 4387318 w 5053974"/>
                <a:gd name="connsiteY14" fmla="*/ 288934 h 543300"/>
                <a:gd name="connsiteX15" fmla="*/ 4585513 w 5053974"/>
                <a:gd name="connsiteY15" fmla="*/ 162810 h 543300"/>
                <a:gd name="connsiteX16" fmla="*/ 4851275 w 5053974"/>
                <a:gd name="connsiteY16" fmla="*/ 45695 h 543300"/>
                <a:gd name="connsiteX17" fmla="*/ 5004426 w 5053974"/>
                <a:gd name="connsiteY17" fmla="*/ 651 h 543300"/>
                <a:gd name="connsiteX18" fmla="*/ 5053974 w 5053974"/>
                <a:gd name="connsiteY18" fmla="*/ 23173 h 54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053974" h="543300">
                  <a:moveTo>
                    <a:pt x="0" y="23173"/>
                  </a:moveTo>
                  <a:lnTo>
                    <a:pt x="837825" y="284430"/>
                  </a:lnTo>
                  <a:cubicBezTo>
                    <a:pt x="1056290" y="348243"/>
                    <a:pt x="1210191" y="416560"/>
                    <a:pt x="1310790" y="406050"/>
                  </a:cubicBezTo>
                  <a:cubicBezTo>
                    <a:pt x="1411389" y="395540"/>
                    <a:pt x="1392621" y="273920"/>
                    <a:pt x="1441419" y="221368"/>
                  </a:cubicBezTo>
                  <a:cubicBezTo>
                    <a:pt x="1490217" y="168816"/>
                    <a:pt x="1560786" y="86235"/>
                    <a:pt x="1603578" y="90739"/>
                  </a:cubicBezTo>
                  <a:cubicBezTo>
                    <a:pt x="1646370" y="95243"/>
                    <a:pt x="1664388" y="201848"/>
                    <a:pt x="1698171" y="248394"/>
                  </a:cubicBezTo>
                  <a:cubicBezTo>
                    <a:pt x="1731954" y="294940"/>
                    <a:pt x="1748471" y="359504"/>
                    <a:pt x="1806278" y="370014"/>
                  </a:cubicBezTo>
                  <a:cubicBezTo>
                    <a:pt x="1864085" y="380524"/>
                    <a:pt x="1971441" y="354248"/>
                    <a:pt x="2045013" y="311456"/>
                  </a:cubicBezTo>
                  <a:cubicBezTo>
                    <a:pt x="2118585" y="268664"/>
                    <a:pt x="2191407" y="126774"/>
                    <a:pt x="2247712" y="113261"/>
                  </a:cubicBezTo>
                  <a:cubicBezTo>
                    <a:pt x="2304017" y="99748"/>
                    <a:pt x="2346059" y="186083"/>
                    <a:pt x="2382845" y="230377"/>
                  </a:cubicBezTo>
                  <a:cubicBezTo>
                    <a:pt x="2419631" y="274671"/>
                    <a:pt x="2365579" y="327222"/>
                    <a:pt x="2468430" y="379023"/>
                  </a:cubicBezTo>
                  <a:cubicBezTo>
                    <a:pt x="2571281" y="430824"/>
                    <a:pt x="2819776" y="561453"/>
                    <a:pt x="2999953" y="541183"/>
                  </a:cubicBezTo>
                  <a:cubicBezTo>
                    <a:pt x="3180130" y="520913"/>
                    <a:pt x="3419616" y="322717"/>
                    <a:pt x="3549494" y="257403"/>
                  </a:cubicBezTo>
                  <a:cubicBezTo>
                    <a:pt x="3679372" y="192089"/>
                    <a:pt x="3639583" y="144042"/>
                    <a:pt x="3779220" y="149297"/>
                  </a:cubicBezTo>
                  <a:cubicBezTo>
                    <a:pt x="3918857" y="154552"/>
                    <a:pt x="4252936" y="286682"/>
                    <a:pt x="4387318" y="288934"/>
                  </a:cubicBezTo>
                  <a:cubicBezTo>
                    <a:pt x="4521700" y="291186"/>
                    <a:pt x="4508187" y="203350"/>
                    <a:pt x="4585513" y="162810"/>
                  </a:cubicBezTo>
                  <a:cubicBezTo>
                    <a:pt x="4662839" y="122270"/>
                    <a:pt x="4781456" y="72721"/>
                    <a:pt x="4851275" y="45695"/>
                  </a:cubicBezTo>
                  <a:cubicBezTo>
                    <a:pt x="4921094" y="18669"/>
                    <a:pt x="4970643" y="4405"/>
                    <a:pt x="5004426" y="651"/>
                  </a:cubicBezTo>
                  <a:cubicBezTo>
                    <a:pt x="5038209" y="-3103"/>
                    <a:pt x="5046091" y="10035"/>
                    <a:pt x="5053974" y="23173"/>
                  </a:cubicBezTo>
                </a:path>
              </a:pathLst>
            </a:cu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99A187E0-D039-6F86-AA4D-52FA292CB169}"/>
                </a:ext>
              </a:extLst>
            </p:cNvPr>
            <p:cNvSpPr/>
            <p:nvPr/>
          </p:nvSpPr>
          <p:spPr>
            <a:xfrm>
              <a:off x="3693635" y="1981951"/>
              <a:ext cx="5005649" cy="853152"/>
            </a:xfrm>
            <a:custGeom>
              <a:avLst/>
              <a:gdLst>
                <a:gd name="connsiteX0" fmla="*/ 0 w 5005649"/>
                <a:gd name="connsiteY0" fmla="*/ 0 h 853152"/>
                <a:gd name="connsiteX1" fmla="*/ 409904 w 5005649"/>
                <a:gd name="connsiteY1" fmla="*/ 144142 h 853152"/>
                <a:gd name="connsiteX2" fmla="*/ 662152 w 5005649"/>
                <a:gd name="connsiteY2" fmla="*/ 76575 h 853152"/>
                <a:gd name="connsiteX3" fmla="*/ 887374 w 5005649"/>
                <a:gd name="connsiteY3" fmla="*/ 166664 h 853152"/>
                <a:gd name="connsiteX4" fmla="*/ 891878 w 5005649"/>
                <a:gd name="connsiteY4" fmla="*/ 360354 h 853152"/>
                <a:gd name="connsiteX5" fmla="*/ 1387366 w 5005649"/>
                <a:gd name="connsiteY5" fmla="*/ 405399 h 853152"/>
                <a:gd name="connsiteX6" fmla="*/ 1630605 w 5005649"/>
                <a:gd name="connsiteY6" fmla="*/ 297292 h 853152"/>
                <a:gd name="connsiteX7" fmla="*/ 2049518 w 5005649"/>
                <a:gd name="connsiteY7" fmla="*/ 81080 h 853152"/>
                <a:gd name="connsiteX8" fmla="*/ 2238704 w 5005649"/>
                <a:gd name="connsiteY8" fmla="*/ 414408 h 853152"/>
                <a:gd name="connsiteX9" fmla="*/ 2779236 w 5005649"/>
                <a:gd name="connsiteY9" fmla="*/ 319815 h 853152"/>
                <a:gd name="connsiteX10" fmla="*/ 2999953 w 5005649"/>
                <a:gd name="connsiteY10" fmla="*/ 189186 h 853152"/>
                <a:gd name="connsiteX11" fmla="*/ 3193644 w 5005649"/>
                <a:gd name="connsiteY11" fmla="*/ 216213 h 853152"/>
                <a:gd name="connsiteX12" fmla="*/ 3774716 w 5005649"/>
                <a:gd name="connsiteY12" fmla="*/ 423416 h 853152"/>
                <a:gd name="connsiteX13" fmla="*/ 4414345 w 5005649"/>
                <a:gd name="connsiteY13" fmla="*/ 499992 h 853152"/>
                <a:gd name="connsiteX14" fmla="*/ 4837762 w 5005649"/>
                <a:gd name="connsiteY14" fmla="*/ 810798 h 853152"/>
                <a:gd name="connsiteX15" fmla="*/ 4990913 w 5005649"/>
                <a:gd name="connsiteY15" fmla="*/ 851338 h 853152"/>
                <a:gd name="connsiteX16" fmla="*/ 4990913 w 5005649"/>
                <a:gd name="connsiteY16" fmla="*/ 842329 h 853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005649" h="853152">
                  <a:moveTo>
                    <a:pt x="0" y="0"/>
                  </a:moveTo>
                  <a:cubicBezTo>
                    <a:pt x="149772" y="65690"/>
                    <a:pt x="299545" y="131380"/>
                    <a:pt x="409904" y="144142"/>
                  </a:cubicBezTo>
                  <a:cubicBezTo>
                    <a:pt x="520263" y="156904"/>
                    <a:pt x="582574" y="72821"/>
                    <a:pt x="662152" y="76575"/>
                  </a:cubicBezTo>
                  <a:cubicBezTo>
                    <a:pt x="741730" y="80329"/>
                    <a:pt x="849086" y="119368"/>
                    <a:pt x="887374" y="166664"/>
                  </a:cubicBezTo>
                  <a:cubicBezTo>
                    <a:pt x="925662" y="213961"/>
                    <a:pt x="808546" y="320565"/>
                    <a:pt x="891878" y="360354"/>
                  </a:cubicBezTo>
                  <a:cubicBezTo>
                    <a:pt x="975210" y="400143"/>
                    <a:pt x="1264245" y="415909"/>
                    <a:pt x="1387366" y="405399"/>
                  </a:cubicBezTo>
                  <a:cubicBezTo>
                    <a:pt x="1510487" y="394889"/>
                    <a:pt x="1520246" y="351345"/>
                    <a:pt x="1630605" y="297292"/>
                  </a:cubicBezTo>
                  <a:cubicBezTo>
                    <a:pt x="1740964" y="243239"/>
                    <a:pt x="1948168" y="61561"/>
                    <a:pt x="2049518" y="81080"/>
                  </a:cubicBezTo>
                  <a:cubicBezTo>
                    <a:pt x="2150868" y="100599"/>
                    <a:pt x="2117084" y="374619"/>
                    <a:pt x="2238704" y="414408"/>
                  </a:cubicBezTo>
                  <a:cubicBezTo>
                    <a:pt x="2360324" y="454197"/>
                    <a:pt x="2652361" y="357352"/>
                    <a:pt x="2779236" y="319815"/>
                  </a:cubicBezTo>
                  <a:cubicBezTo>
                    <a:pt x="2906111" y="282278"/>
                    <a:pt x="2930885" y="206453"/>
                    <a:pt x="2999953" y="189186"/>
                  </a:cubicBezTo>
                  <a:cubicBezTo>
                    <a:pt x="3069021" y="171919"/>
                    <a:pt x="3064517" y="177175"/>
                    <a:pt x="3193644" y="216213"/>
                  </a:cubicBezTo>
                  <a:cubicBezTo>
                    <a:pt x="3322771" y="255251"/>
                    <a:pt x="3571266" y="376120"/>
                    <a:pt x="3774716" y="423416"/>
                  </a:cubicBezTo>
                  <a:cubicBezTo>
                    <a:pt x="3978166" y="470712"/>
                    <a:pt x="4237171" y="435428"/>
                    <a:pt x="4414345" y="499992"/>
                  </a:cubicBezTo>
                  <a:cubicBezTo>
                    <a:pt x="4591519" y="564556"/>
                    <a:pt x="4741667" y="752240"/>
                    <a:pt x="4837762" y="810798"/>
                  </a:cubicBezTo>
                  <a:cubicBezTo>
                    <a:pt x="4933857" y="869356"/>
                    <a:pt x="4965388" y="846083"/>
                    <a:pt x="4990913" y="851338"/>
                  </a:cubicBezTo>
                  <a:cubicBezTo>
                    <a:pt x="5016438" y="856593"/>
                    <a:pt x="5003675" y="849461"/>
                    <a:pt x="4990913" y="842329"/>
                  </a:cubicBezTo>
                </a:path>
              </a:pathLst>
            </a:cu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CA87F529-3EA6-1D1E-C9C1-090D4D35FE42}"/>
                </a:ext>
              </a:extLst>
            </p:cNvPr>
            <p:cNvSpPr/>
            <p:nvPr/>
          </p:nvSpPr>
          <p:spPr>
            <a:xfrm>
              <a:off x="3702644" y="1981884"/>
              <a:ext cx="4972895" cy="578323"/>
            </a:xfrm>
            <a:custGeom>
              <a:avLst/>
              <a:gdLst>
                <a:gd name="connsiteX0" fmla="*/ 0 w 4972895"/>
                <a:gd name="connsiteY0" fmla="*/ 76642 h 578323"/>
                <a:gd name="connsiteX1" fmla="*/ 486479 w 4972895"/>
                <a:gd name="connsiteY1" fmla="*/ 234297 h 578323"/>
                <a:gd name="connsiteX2" fmla="*/ 837825 w 4972895"/>
                <a:gd name="connsiteY2" fmla="*/ 297359 h 578323"/>
                <a:gd name="connsiteX3" fmla="*/ 1193675 w 4972895"/>
                <a:gd name="connsiteY3" fmla="*/ 117182 h 578323"/>
                <a:gd name="connsiteX4" fmla="*/ 1572048 w 4972895"/>
                <a:gd name="connsiteY4" fmla="*/ 58624 h 578323"/>
                <a:gd name="connsiteX5" fmla="*/ 1896367 w 4972895"/>
                <a:gd name="connsiteY5" fmla="*/ 270333 h 578323"/>
                <a:gd name="connsiteX6" fmla="*/ 2013482 w 4972895"/>
                <a:gd name="connsiteY6" fmla="*/ 513572 h 578323"/>
                <a:gd name="connsiteX7" fmla="*/ 2635094 w 4972895"/>
                <a:gd name="connsiteY7" fmla="*/ 301864 h 578323"/>
                <a:gd name="connsiteX8" fmla="*/ 2887342 w 4972895"/>
                <a:gd name="connsiteY8" fmla="*/ 67 h 578323"/>
                <a:gd name="connsiteX9" fmla="*/ 3252201 w 4972895"/>
                <a:gd name="connsiteY9" fmla="*/ 328890 h 578323"/>
                <a:gd name="connsiteX10" fmla="*/ 3513458 w 4972895"/>
                <a:gd name="connsiteY10" fmla="*/ 527085 h 578323"/>
                <a:gd name="connsiteX11" fmla="*/ 3900840 w 4972895"/>
                <a:gd name="connsiteY11" fmla="*/ 558616 h 578323"/>
                <a:gd name="connsiteX12" fmla="*/ 4076513 w 4972895"/>
                <a:gd name="connsiteY12" fmla="*/ 265828 h 578323"/>
                <a:gd name="connsiteX13" fmla="*/ 4513443 w 4972895"/>
                <a:gd name="connsiteY13" fmla="*/ 310873 h 578323"/>
                <a:gd name="connsiteX14" fmla="*/ 4851275 w 4972895"/>
                <a:gd name="connsiteY14" fmla="*/ 342404 h 578323"/>
                <a:gd name="connsiteX15" fmla="*/ 4972895 w 4972895"/>
                <a:gd name="connsiteY15" fmla="*/ 378439 h 578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72895" h="578323">
                  <a:moveTo>
                    <a:pt x="0" y="76642"/>
                  </a:moveTo>
                  <a:cubicBezTo>
                    <a:pt x="173421" y="137076"/>
                    <a:pt x="346842" y="197511"/>
                    <a:pt x="486479" y="234297"/>
                  </a:cubicBezTo>
                  <a:cubicBezTo>
                    <a:pt x="626116" y="271083"/>
                    <a:pt x="719959" y="316878"/>
                    <a:pt x="837825" y="297359"/>
                  </a:cubicBezTo>
                  <a:cubicBezTo>
                    <a:pt x="955691" y="277840"/>
                    <a:pt x="1071305" y="156971"/>
                    <a:pt x="1193675" y="117182"/>
                  </a:cubicBezTo>
                  <a:cubicBezTo>
                    <a:pt x="1316046" y="77393"/>
                    <a:pt x="1454933" y="33099"/>
                    <a:pt x="1572048" y="58624"/>
                  </a:cubicBezTo>
                  <a:cubicBezTo>
                    <a:pt x="1689163" y="84149"/>
                    <a:pt x="1822795" y="194508"/>
                    <a:pt x="1896367" y="270333"/>
                  </a:cubicBezTo>
                  <a:cubicBezTo>
                    <a:pt x="1969939" y="346158"/>
                    <a:pt x="1890361" y="508317"/>
                    <a:pt x="2013482" y="513572"/>
                  </a:cubicBezTo>
                  <a:cubicBezTo>
                    <a:pt x="2136603" y="518827"/>
                    <a:pt x="2489451" y="387448"/>
                    <a:pt x="2635094" y="301864"/>
                  </a:cubicBezTo>
                  <a:cubicBezTo>
                    <a:pt x="2780737" y="216280"/>
                    <a:pt x="2784491" y="-4437"/>
                    <a:pt x="2887342" y="67"/>
                  </a:cubicBezTo>
                  <a:cubicBezTo>
                    <a:pt x="2990193" y="4571"/>
                    <a:pt x="3147848" y="241054"/>
                    <a:pt x="3252201" y="328890"/>
                  </a:cubicBezTo>
                  <a:cubicBezTo>
                    <a:pt x="3356554" y="416726"/>
                    <a:pt x="3405351" y="488797"/>
                    <a:pt x="3513458" y="527085"/>
                  </a:cubicBezTo>
                  <a:cubicBezTo>
                    <a:pt x="3621565" y="565373"/>
                    <a:pt x="3806998" y="602159"/>
                    <a:pt x="3900840" y="558616"/>
                  </a:cubicBezTo>
                  <a:cubicBezTo>
                    <a:pt x="3994682" y="515073"/>
                    <a:pt x="3974413" y="307118"/>
                    <a:pt x="4076513" y="265828"/>
                  </a:cubicBezTo>
                  <a:cubicBezTo>
                    <a:pt x="4178613" y="224538"/>
                    <a:pt x="4513443" y="310873"/>
                    <a:pt x="4513443" y="310873"/>
                  </a:cubicBezTo>
                  <a:cubicBezTo>
                    <a:pt x="4642570" y="323636"/>
                    <a:pt x="4774700" y="331143"/>
                    <a:pt x="4851275" y="342404"/>
                  </a:cubicBezTo>
                  <a:cubicBezTo>
                    <a:pt x="4927850" y="353665"/>
                    <a:pt x="4950372" y="366052"/>
                    <a:pt x="4972895" y="378439"/>
                  </a:cubicBez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E8106EC6-6036-F2EF-FC65-C83020AB4E8A}"/>
              </a:ext>
            </a:extLst>
          </p:cNvPr>
          <p:cNvSpPr/>
          <p:nvPr/>
        </p:nvSpPr>
        <p:spPr>
          <a:xfrm>
            <a:off x="2445907" y="5092179"/>
            <a:ext cx="9486337" cy="3264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Season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977A6FC-AAAD-C338-7631-8C2C9BE1C5C7}"/>
              </a:ext>
            </a:extLst>
          </p:cNvPr>
          <p:cNvCxnSpPr>
            <a:cxnSpLocks/>
          </p:cNvCxnSpPr>
          <p:nvPr/>
        </p:nvCxnSpPr>
        <p:spPr>
          <a:xfrm flipV="1">
            <a:off x="8810973" y="0"/>
            <a:ext cx="10921" cy="5439321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8" name="Graphic 87" descr="Frangipani with solid fill">
            <a:extLst>
              <a:ext uri="{FF2B5EF4-FFF2-40B4-BE49-F238E27FC236}">
                <a16:creationId xmlns:a16="http://schemas.microsoft.com/office/drawing/2014/main" id="{5590F767-B370-937E-3AE0-EE299FD31F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54301" y="3401218"/>
            <a:ext cx="720000" cy="720000"/>
          </a:xfrm>
          <a:prstGeom prst="rect">
            <a:avLst/>
          </a:prstGeom>
        </p:spPr>
      </p:pic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23FF47F0-4B14-6E71-E4FE-C03A55ABEB3F}"/>
              </a:ext>
            </a:extLst>
          </p:cNvPr>
          <p:cNvCxnSpPr>
            <a:cxnSpLocks/>
          </p:cNvCxnSpPr>
          <p:nvPr/>
        </p:nvCxnSpPr>
        <p:spPr>
          <a:xfrm>
            <a:off x="10314301" y="3965197"/>
            <a:ext cx="0" cy="12779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2120CC8A-B551-A4B9-7CD3-FA207CEF1E74}"/>
              </a:ext>
            </a:extLst>
          </p:cNvPr>
          <p:cNvSpPr/>
          <p:nvPr/>
        </p:nvSpPr>
        <p:spPr>
          <a:xfrm>
            <a:off x="921537" y="4176554"/>
            <a:ext cx="1440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Supplied to PhenoFlex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232DE10-7230-2877-E630-8A8EB188B0A7}"/>
              </a:ext>
            </a:extLst>
          </p:cNvPr>
          <p:cNvCxnSpPr>
            <a:cxnSpLocks/>
          </p:cNvCxnSpPr>
          <p:nvPr/>
        </p:nvCxnSpPr>
        <p:spPr>
          <a:xfrm flipV="1">
            <a:off x="8810973" y="2770355"/>
            <a:ext cx="549810" cy="70854"/>
          </a:xfrm>
          <a:prstGeom prst="line">
            <a:avLst/>
          </a:prstGeom>
          <a:ln w="5715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FF9AF52-7309-A1E3-A87A-5C34264F5BE1}"/>
              </a:ext>
            </a:extLst>
          </p:cNvPr>
          <p:cNvCxnSpPr>
            <a:cxnSpLocks/>
          </p:cNvCxnSpPr>
          <p:nvPr/>
        </p:nvCxnSpPr>
        <p:spPr>
          <a:xfrm flipV="1">
            <a:off x="6952549" y="3645828"/>
            <a:ext cx="1869345" cy="89143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8F4691B-A36D-07FB-6608-1E35795D08C4}"/>
              </a:ext>
            </a:extLst>
          </p:cNvPr>
          <p:cNvCxnSpPr>
            <a:cxnSpLocks/>
          </p:cNvCxnSpPr>
          <p:nvPr/>
        </p:nvCxnSpPr>
        <p:spPr>
          <a:xfrm flipV="1">
            <a:off x="8794484" y="4708550"/>
            <a:ext cx="549810" cy="70854"/>
          </a:xfrm>
          <a:prstGeom prst="line">
            <a:avLst/>
          </a:prstGeom>
          <a:ln w="5715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7CB0C29-F6F1-52AA-6DC1-153FCBB7073C}"/>
              </a:ext>
            </a:extLst>
          </p:cNvPr>
          <p:cNvCxnSpPr>
            <a:cxnSpLocks/>
          </p:cNvCxnSpPr>
          <p:nvPr/>
        </p:nvCxnSpPr>
        <p:spPr>
          <a:xfrm>
            <a:off x="2478273" y="4426033"/>
            <a:ext cx="4470859" cy="423888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1BC1B36-3449-4DBB-033D-D109AEE10720}"/>
              </a:ext>
            </a:extLst>
          </p:cNvPr>
          <p:cNvCxnSpPr>
            <a:cxnSpLocks/>
          </p:cNvCxnSpPr>
          <p:nvPr/>
        </p:nvCxnSpPr>
        <p:spPr>
          <a:xfrm flipV="1">
            <a:off x="6943115" y="4779404"/>
            <a:ext cx="1869345" cy="89143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771572A-5856-3134-AF17-B99CB0A72D4B}"/>
              </a:ext>
            </a:extLst>
          </p:cNvPr>
          <p:cNvSpPr/>
          <p:nvPr/>
        </p:nvSpPr>
        <p:spPr>
          <a:xfrm>
            <a:off x="2445906" y="5090723"/>
            <a:ext cx="9486337" cy="326467"/>
          </a:xfrm>
          <a:prstGeom prst="rect">
            <a:avLst/>
          </a:prstGeom>
          <a:gradFill flip="none" rotWithShape="1">
            <a:gsLst>
              <a:gs pos="60000">
                <a:srgbClr val="080808"/>
              </a:gs>
              <a:gs pos="71000">
                <a:srgbClr val="626262"/>
              </a:gs>
              <a:gs pos="75000">
                <a:srgbClr val="D9D9D9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Season</a:t>
            </a:r>
          </a:p>
        </p:txBody>
      </p:sp>
    </p:spTree>
    <p:extLst>
      <p:ext uri="{BB962C8B-B14F-4D97-AF65-F5344CB8AC3E}">
        <p14:creationId xmlns:p14="http://schemas.microsoft.com/office/powerpoint/2010/main" val="589950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7430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C9AF6-48F1-A92A-EF6B-9EB3CC3D1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4593BDA8-A72E-65CA-E4B6-D6F2F21602A8}"/>
              </a:ext>
            </a:extLst>
          </p:cNvPr>
          <p:cNvGrpSpPr/>
          <p:nvPr/>
        </p:nvGrpSpPr>
        <p:grpSpPr>
          <a:xfrm>
            <a:off x="593865" y="5296278"/>
            <a:ext cx="11319615" cy="553168"/>
            <a:chOff x="590081" y="5851259"/>
            <a:chExt cx="10053895" cy="553168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DED4D984-CB75-361B-FB4D-A9475A1706B4}"/>
                </a:ext>
              </a:extLst>
            </p:cNvPr>
            <p:cNvCxnSpPr>
              <a:cxnSpLocks/>
            </p:cNvCxnSpPr>
            <p:nvPr/>
          </p:nvCxnSpPr>
          <p:spPr>
            <a:xfrm>
              <a:off x="590081" y="5851259"/>
              <a:ext cx="100538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6575990-69AC-5AEE-BCD0-09E3EEFE802C}"/>
                </a:ext>
              </a:extLst>
            </p:cNvPr>
            <p:cNvSpPr txBox="1"/>
            <p:nvPr/>
          </p:nvSpPr>
          <p:spPr>
            <a:xfrm>
              <a:off x="722308" y="6004317"/>
              <a:ext cx="8392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Jan 23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BE859FB-4B85-7211-BB14-75C8CE22B3CE}"/>
                </a:ext>
              </a:extLst>
            </p:cNvPr>
            <p:cNvSpPr txBox="1"/>
            <p:nvPr/>
          </p:nvSpPr>
          <p:spPr>
            <a:xfrm>
              <a:off x="1505516" y="5977008"/>
              <a:ext cx="1619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0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7D67F6C-3069-5901-8408-2B9FDD628B9F}"/>
                </a:ext>
              </a:extLst>
            </p:cNvPr>
            <p:cNvSpPr txBox="1"/>
            <p:nvPr/>
          </p:nvSpPr>
          <p:spPr>
            <a:xfrm>
              <a:off x="2427363" y="5977008"/>
              <a:ext cx="8545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Oct 23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A1A6AAB-5359-8301-5B4E-9EB76FFBDAFF}"/>
                </a:ext>
              </a:extLst>
            </p:cNvPr>
            <p:cNvSpPr txBox="1"/>
            <p:nvPr/>
          </p:nvSpPr>
          <p:spPr>
            <a:xfrm>
              <a:off x="3329974" y="5977008"/>
              <a:ext cx="8980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Nov 23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286FB21-7598-C7D2-6E6C-027F4291144C}"/>
                </a:ext>
              </a:extLst>
            </p:cNvPr>
            <p:cNvSpPr txBox="1"/>
            <p:nvPr/>
          </p:nvSpPr>
          <p:spPr>
            <a:xfrm>
              <a:off x="4262144" y="5977008"/>
              <a:ext cx="8896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Dec 23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70D1E8B-FD3D-4CCC-9986-2583F2CBFECC}"/>
                </a:ext>
              </a:extLst>
            </p:cNvPr>
            <p:cNvSpPr txBox="1"/>
            <p:nvPr/>
          </p:nvSpPr>
          <p:spPr>
            <a:xfrm>
              <a:off x="5204830" y="5977008"/>
              <a:ext cx="8392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Jan 24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6F77EA8-A2E5-84EF-38B2-AC32B032B85B}"/>
                </a:ext>
              </a:extLst>
            </p:cNvPr>
            <p:cNvSpPr txBox="1"/>
            <p:nvPr/>
          </p:nvSpPr>
          <p:spPr>
            <a:xfrm>
              <a:off x="6065186" y="5977008"/>
              <a:ext cx="8662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Feb 24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4A25C78-F1AD-6BC5-F417-135985E32ABB}"/>
                </a:ext>
              </a:extLst>
            </p:cNvPr>
            <p:cNvSpPr txBox="1"/>
            <p:nvPr/>
          </p:nvSpPr>
          <p:spPr>
            <a:xfrm>
              <a:off x="6972542" y="5977008"/>
              <a:ext cx="8798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Mar 24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5165329-FC68-9F16-7315-72B03C8FA7F5}"/>
                </a:ext>
              </a:extLst>
            </p:cNvPr>
            <p:cNvSpPr txBox="1"/>
            <p:nvPr/>
          </p:nvSpPr>
          <p:spPr>
            <a:xfrm>
              <a:off x="7894389" y="5977008"/>
              <a:ext cx="8615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Apr 24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BF9CA56-EC04-EE93-5F89-1036C94DBE88}"/>
                </a:ext>
              </a:extLst>
            </p:cNvPr>
            <p:cNvSpPr txBox="1"/>
            <p:nvPr/>
          </p:nvSpPr>
          <p:spPr>
            <a:xfrm>
              <a:off x="8772955" y="5977008"/>
              <a:ext cx="1619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0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D01D511-CE75-8C55-93A9-D6955E8AE3E6}"/>
                </a:ext>
              </a:extLst>
            </p:cNvPr>
            <p:cNvSpPr txBox="1"/>
            <p:nvPr/>
          </p:nvSpPr>
          <p:spPr>
            <a:xfrm>
              <a:off x="9723404" y="5977008"/>
              <a:ext cx="8896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Dec 24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9B54EB54-A932-5C6E-2B78-351CBF9C1347}"/>
              </a:ext>
            </a:extLst>
          </p:cNvPr>
          <p:cNvSpPr/>
          <p:nvPr/>
        </p:nvSpPr>
        <p:spPr>
          <a:xfrm>
            <a:off x="960330" y="3176345"/>
            <a:ext cx="1440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A6159E7-2B04-88D4-7B69-5A178EC36363}"/>
              </a:ext>
            </a:extLst>
          </p:cNvPr>
          <p:cNvSpPr/>
          <p:nvPr/>
        </p:nvSpPr>
        <p:spPr>
          <a:xfrm>
            <a:off x="976336" y="2295512"/>
            <a:ext cx="1440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CC636B3-2599-5B83-2CBD-003FA27C9BBA}"/>
              </a:ext>
            </a:extLst>
          </p:cNvPr>
          <p:cNvSpPr/>
          <p:nvPr/>
        </p:nvSpPr>
        <p:spPr>
          <a:xfrm>
            <a:off x="1034413" y="1543777"/>
            <a:ext cx="1440000" cy="5400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A016FA-080F-660B-4381-DD896A37EBA0}"/>
              </a:ext>
            </a:extLst>
          </p:cNvPr>
          <p:cNvSpPr/>
          <p:nvPr/>
        </p:nvSpPr>
        <p:spPr>
          <a:xfrm>
            <a:off x="1005907" y="533844"/>
            <a:ext cx="1440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667FD2B-9099-0591-CF57-D4890C9AF13D}"/>
              </a:ext>
            </a:extLst>
          </p:cNvPr>
          <p:cNvCxnSpPr>
            <a:cxnSpLocks/>
          </p:cNvCxnSpPr>
          <p:nvPr/>
        </p:nvCxnSpPr>
        <p:spPr>
          <a:xfrm>
            <a:off x="593865" y="648198"/>
            <a:ext cx="3537078" cy="341014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Arrow: Down 44">
            <a:extLst>
              <a:ext uri="{FF2B5EF4-FFF2-40B4-BE49-F238E27FC236}">
                <a16:creationId xmlns:a16="http://schemas.microsoft.com/office/drawing/2014/main" id="{F9A01D10-D4C4-BB7C-0535-EC57BDE3A993}"/>
              </a:ext>
            </a:extLst>
          </p:cNvPr>
          <p:cNvSpPr/>
          <p:nvPr/>
        </p:nvSpPr>
        <p:spPr>
          <a:xfrm rot="10800000">
            <a:off x="2624231" y="5846697"/>
            <a:ext cx="905391" cy="4001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19119E5-AB8A-AFB4-9764-3B5CD4D51D1C}"/>
              </a:ext>
            </a:extLst>
          </p:cNvPr>
          <p:cNvSpPr txBox="1"/>
          <p:nvPr/>
        </p:nvSpPr>
        <p:spPr>
          <a:xfrm>
            <a:off x="4731534" y="6442705"/>
            <a:ext cx="2327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Forecast start month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A52ABAB-159E-E045-FDD4-CC8E2BEC4DDA}"/>
              </a:ext>
            </a:extLst>
          </p:cNvPr>
          <p:cNvGrpSpPr/>
          <p:nvPr/>
        </p:nvGrpSpPr>
        <p:grpSpPr>
          <a:xfrm>
            <a:off x="2981341" y="305302"/>
            <a:ext cx="5432866" cy="299238"/>
            <a:chOff x="3657600" y="1958801"/>
            <a:chExt cx="5432866" cy="511746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EA578C-73AB-6B55-36D5-B77832ABDB36}"/>
                </a:ext>
              </a:extLst>
            </p:cNvPr>
            <p:cNvSpPr/>
            <p:nvPr/>
          </p:nvSpPr>
          <p:spPr>
            <a:xfrm>
              <a:off x="3657600" y="1981885"/>
              <a:ext cx="5355968" cy="488662"/>
            </a:xfrm>
            <a:custGeom>
              <a:avLst/>
              <a:gdLst>
                <a:gd name="connsiteX0" fmla="*/ 0 w 5053974"/>
                <a:gd name="connsiteY0" fmla="*/ 23173 h 543300"/>
                <a:gd name="connsiteX1" fmla="*/ 837825 w 5053974"/>
                <a:gd name="connsiteY1" fmla="*/ 284430 h 543300"/>
                <a:gd name="connsiteX2" fmla="*/ 1310790 w 5053974"/>
                <a:gd name="connsiteY2" fmla="*/ 406050 h 543300"/>
                <a:gd name="connsiteX3" fmla="*/ 1441419 w 5053974"/>
                <a:gd name="connsiteY3" fmla="*/ 221368 h 543300"/>
                <a:gd name="connsiteX4" fmla="*/ 1603578 w 5053974"/>
                <a:gd name="connsiteY4" fmla="*/ 90739 h 543300"/>
                <a:gd name="connsiteX5" fmla="*/ 1698171 w 5053974"/>
                <a:gd name="connsiteY5" fmla="*/ 248394 h 543300"/>
                <a:gd name="connsiteX6" fmla="*/ 1806278 w 5053974"/>
                <a:gd name="connsiteY6" fmla="*/ 370014 h 543300"/>
                <a:gd name="connsiteX7" fmla="*/ 2045013 w 5053974"/>
                <a:gd name="connsiteY7" fmla="*/ 311456 h 543300"/>
                <a:gd name="connsiteX8" fmla="*/ 2247712 w 5053974"/>
                <a:gd name="connsiteY8" fmla="*/ 113261 h 543300"/>
                <a:gd name="connsiteX9" fmla="*/ 2382845 w 5053974"/>
                <a:gd name="connsiteY9" fmla="*/ 230377 h 543300"/>
                <a:gd name="connsiteX10" fmla="*/ 2468430 w 5053974"/>
                <a:gd name="connsiteY10" fmla="*/ 379023 h 543300"/>
                <a:gd name="connsiteX11" fmla="*/ 2999953 w 5053974"/>
                <a:gd name="connsiteY11" fmla="*/ 541183 h 543300"/>
                <a:gd name="connsiteX12" fmla="*/ 3549494 w 5053974"/>
                <a:gd name="connsiteY12" fmla="*/ 257403 h 543300"/>
                <a:gd name="connsiteX13" fmla="*/ 3779220 w 5053974"/>
                <a:gd name="connsiteY13" fmla="*/ 149297 h 543300"/>
                <a:gd name="connsiteX14" fmla="*/ 4387318 w 5053974"/>
                <a:gd name="connsiteY14" fmla="*/ 288934 h 543300"/>
                <a:gd name="connsiteX15" fmla="*/ 4585513 w 5053974"/>
                <a:gd name="connsiteY15" fmla="*/ 162810 h 543300"/>
                <a:gd name="connsiteX16" fmla="*/ 4851275 w 5053974"/>
                <a:gd name="connsiteY16" fmla="*/ 45695 h 543300"/>
                <a:gd name="connsiteX17" fmla="*/ 5004426 w 5053974"/>
                <a:gd name="connsiteY17" fmla="*/ 651 h 543300"/>
                <a:gd name="connsiteX18" fmla="*/ 5053974 w 5053974"/>
                <a:gd name="connsiteY18" fmla="*/ 23173 h 54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053974" h="543300">
                  <a:moveTo>
                    <a:pt x="0" y="23173"/>
                  </a:moveTo>
                  <a:lnTo>
                    <a:pt x="837825" y="284430"/>
                  </a:lnTo>
                  <a:cubicBezTo>
                    <a:pt x="1056290" y="348243"/>
                    <a:pt x="1210191" y="416560"/>
                    <a:pt x="1310790" y="406050"/>
                  </a:cubicBezTo>
                  <a:cubicBezTo>
                    <a:pt x="1411389" y="395540"/>
                    <a:pt x="1392621" y="273920"/>
                    <a:pt x="1441419" y="221368"/>
                  </a:cubicBezTo>
                  <a:cubicBezTo>
                    <a:pt x="1490217" y="168816"/>
                    <a:pt x="1560786" y="86235"/>
                    <a:pt x="1603578" y="90739"/>
                  </a:cubicBezTo>
                  <a:cubicBezTo>
                    <a:pt x="1646370" y="95243"/>
                    <a:pt x="1664388" y="201848"/>
                    <a:pt x="1698171" y="248394"/>
                  </a:cubicBezTo>
                  <a:cubicBezTo>
                    <a:pt x="1731954" y="294940"/>
                    <a:pt x="1748471" y="359504"/>
                    <a:pt x="1806278" y="370014"/>
                  </a:cubicBezTo>
                  <a:cubicBezTo>
                    <a:pt x="1864085" y="380524"/>
                    <a:pt x="1971441" y="354248"/>
                    <a:pt x="2045013" y="311456"/>
                  </a:cubicBezTo>
                  <a:cubicBezTo>
                    <a:pt x="2118585" y="268664"/>
                    <a:pt x="2191407" y="126774"/>
                    <a:pt x="2247712" y="113261"/>
                  </a:cubicBezTo>
                  <a:cubicBezTo>
                    <a:pt x="2304017" y="99748"/>
                    <a:pt x="2346059" y="186083"/>
                    <a:pt x="2382845" y="230377"/>
                  </a:cubicBezTo>
                  <a:cubicBezTo>
                    <a:pt x="2419631" y="274671"/>
                    <a:pt x="2365579" y="327222"/>
                    <a:pt x="2468430" y="379023"/>
                  </a:cubicBezTo>
                  <a:cubicBezTo>
                    <a:pt x="2571281" y="430824"/>
                    <a:pt x="2819776" y="561453"/>
                    <a:pt x="2999953" y="541183"/>
                  </a:cubicBezTo>
                  <a:cubicBezTo>
                    <a:pt x="3180130" y="520913"/>
                    <a:pt x="3419616" y="322717"/>
                    <a:pt x="3549494" y="257403"/>
                  </a:cubicBezTo>
                  <a:cubicBezTo>
                    <a:pt x="3679372" y="192089"/>
                    <a:pt x="3639583" y="144042"/>
                    <a:pt x="3779220" y="149297"/>
                  </a:cubicBezTo>
                  <a:cubicBezTo>
                    <a:pt x="3918857" y="154552"/>
                    <a:pt x="4252936" y="286682"/>
                    <a:pt x="4387318" y="288934"/>
                  </a:cubicBezTo>
                  <a:cubicBezTo>
                    <a:pt x="4521700" y="291186"/>
                    <a:pt x="4508187" y="203350"/>
                    <a:pt x="4585513" y="162810"/>
                  </a:cubicBezTo>
                  <a:cubicBezTo>
                    <a:pt x="4662839" y="122270"/>
                    <a:pt x="4781456" y="72721"/>
                    <a:pt x="4851275" y="45695"/>
                  </a:cubicBezTo>
                  <a:cubicBezTo>
                    <a:pt x="4921094" y="18669"/>
                    <a:pt x="4970643" y="4405"/>
                    <a:pt x="5004426" y="651"/>
                  </a:cubicBezTo>
                  <a:cubicBezTo>
                    <a:pt x="5038209" y="-3103"/>
                    <a:pt x="5046091" y="10035"/>
                    <a:pt x="5053974" y="23173"/>
                  </a:cubicBezTo>
                </a:path>
              </a:pathLst>
            </a:cu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33232CAD-5667-DD8A-B517-F0FB00BCAC89}"/>
                </a:ext>
              </a:extLst>
            </p:cNvPr>
            <p:cNvSpPr/>
            <p:nvPr/>
          </p:nvSpPr>
          <p:spPr>
            <a:xfrm>
              <a:off x="3734498" y="1981885"/>
              <a:ext cx="5279070" cy="284508"/>
            </a:xfrm>
            <a:custGeom>
              <a:avLst/>
              <a:gdLst>
                <a:gd name="connsiteX0" fmla="*/ 0 w 5005649"/>
                <a:gd name="connsiteY0" fmla="*/ 0 h 853152"/>
                <a:gd name="connsiteX1" fmla="*/ 409904 w 5005649"/>
                <a:gd name="connsiteY1" fmla="*/ 144142 h 853152"/>
                <a:gd name="connsiteX2" fmla="*/ 662152 w 5005649"/>
                <a:gd name="connsiteY2" fmla="*/ 76575 h 853152"/>
                <a:gd name="connsiteX3" fmla="*/ 887374 w 5005649"/>
                <a:gd name="connsiteY3" fmla="*/ 166664 h 853152"/>
                <a:gd name="connsiteX4" fmla="*/ 891878 w 5005649"/>
                <a:gd name="connsiteY4" fmla="*/ 360354 h 853152"/>
                <a:gd name="connsiteX5" fmla="*/ 1387366 w 5005649"/>
                <a:gd name="connsiteY5" fmla="*/ 405399 h 853152"/>
                <a:gd name="connsiteX6" fmla="*/ 1630605 w 5005649"/>
                <a:gd name="connsiteY6" fmla="*/ 297292 h 853152"/>
                <a:gd name="connsiteX7" fmla="*/ 2049518 w 5005649"/>
                <a:gd name="connsiteY7" fmla="*/ 81080 h 853152"/>
                <a:gd name="connsiteX8" fmla="*/ 2238704 w 5005649"/>
                <a:gd name="connsiteY8" fmla="*/ 414408 h 853152"/>
                <a:gd name="connsiteX9" fmla="*/ 2779236 w 5005649"/>
                <a:gd name="connsiteY9" fmla="*/ 319815 h 853152"/>
                <a:gd name="connsiteX10" fmla="*/ 2999953 w 5005649"/>
                <a:gd name="connsiteY10" fmla="*/ 189186 h 853152"/>
                <a:gd name="connsiteX11" fmla="*/ 3193644 w 5005649"/>
                <a:gd name="connsiteY11" fmla="*/ 216213 h 853152"/>
                <a:gd name="connsiteX12" fmla="*/ 3774716 w 5005649"/>
                <a:gd name="connsiteY12" fmla="*/ 423416 h 853152"/>
                <a:gd name="connsiteX13" fmla="*/ 4414345 w 5005649"/>
                <a:gd name="connsiteY13" fmla="*/ 499992 h 853152"/>
                <a:gd name="connsiteX14" fmla="*/ 4837762 w 5005649"/>
                <a:gd name="connsiteY14" fmla="*/ 810798 h 853152"/>
                <a:gd name="connsiteX15" fmla="*/ 4990913 w 5005649"/>
                <a:gd name="connsiteY15" fmla="*/ 851338 h 853152"/>
                <a:gd name="connsiteX16" fmla="*/ 4990913 w 5005649"/>
                <a:gd name="connsiteY16" fmla="*/ 842329 h 853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005649" h="853152">
                  <a:moveTo>
                    <a:pt x="0" y="0"/>
                  </a:moveTo>
                  <a:cubicBezTo>
                    <a:pt x="149772" y="65690"/>
                    <a:pt x="299545" y="131380"/>
                    <a:pt x="409904" y="144142"/>
                  </a:cubicBezTo>
                  <a:cubicBezTo>
                    <a:pt x="520263" y="156904"/>
                    <a:pt x="582574" y="72821"/>
                    <a:pt x="662152" y="76575"/>
                  </a:cubicBezTo>
                  <a:cubicBezTo>
                    <a:pt x="741730" y="80329"/>
                    <a:pt x="849086" y="119368"/>
                    <a:pt x="887374" y="166664"/>
                  </a:cubicBezTo>
                  <a:cubicBezTo>
                    <a:pt x="925662" y="213961"/>
                    <a:pt x="808546" y="320565"/>
                    <a:pt x="891878" y="360354"/>
                  </a:cubicBezTo>
                  <a:cubicBezTo>
                    <a:pt x="975210" y="400143"/>
                    <a:pt x="1264245" y="415909"/>
                    <a:pt x="1387366" y="405399"/>
                  </a:cubicBezTo>
                  <a:cubicBezTo>
                    <a:pt x="1510487" y="394889"/>
                    <a:pt x="1520246" y="351345"/>
                    <a:pt x="1630605" y="297292"/>
                  </a:cubicBezTo>
                  <a:cubicBezTo>
                    <a:pt x="1740964" y="243239"/>
                    <a:pt x="1948168" y="61561"/>
                    <a:pt x="2049518" y="81080"/>
                  </a:cubicBezTo>
                  <a:cubicBezTo>
                    <a:pt x="2150868" y="100599"/>
                    <a:pt x="2117084" y="374619"/>
                    <a:pt x="2238704" y="414408"/>
                  </a:cubicBezTo>
                  <a:cubicBezTo>
                    <a:pt x="2360324" y="454197"/>
                    <a:pt x="2652361" y="357352"/>
                    <a:pt x="2779236" y="319815"/>
                  </a:cubicBezTo>
                  <a:cubicBezTo>
                    <a:pt x="2906111" y="282278"/>
                    <a:pt x="2930885" y="206453"/>
                    <a:pt x="2999953" y="189186"/>
                  </a:cubicBezTo>
                  <a:cubicBezTo>
                    <a:pt x="3069021" y="171919"/>
                    <a:pt x="3064517" y="177175"/>
                    <a:pt x="3193644" y="216213"/>
                  </a:cubicBezTo>
                  <a:cubicBezTo>
                    <a:pt x="3322771" y="255251"/>
                    <a:pt x="3571266" y="376120"/>
                    <a:pt x="3774716" y="423416"/>
                  </a:cubicBezTo>
                  <a:cubicBezTo>
                    <a:pt x="3978166" y="470712"/>
                    <a:pt x="4237171" y="435428"/>
                    <a:pt x="4414345" y="499992"/>
                  </a:cubicBezTo>
                  <a:cubicBezTo>
                    <a:pt x="4591519" y="564556"/>
                    <a:pt x="4741667" y="752240"/>
                    <a:pt x="4837762" y="810798"/>
                  </a:cubicBezTo>
                  <a:cubicBezTo>
                    <a:pt x="4933857" y="869356"/>
                    <a:pt x="4965388" y="846083"/>
                    <a:pt x="4990913" y="851338"/>
                  </a:cubicBezTo>
                  <a:cubicBezTo>
                    <a:pt x="5016438" y="856593"/>
                    <a:pt x="5003675" y="849461"/>
                    <a:pt x="4990913" y="842329"/>
                  </a:cubicBezTo>
                </a:path>
              </a:pathLst>
            </a:cu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01E5DED3-6155-D9C9-C544-04355AD520AF}"/>
                </a:ext>
              </a:extLst>
            </p:cNvPr>
            <p:cNvSpPr/>
            <p:nvPr/>
          </p:nvSpPr>
          <p:spPr>
            <a:xfrm>
              <a:off x="3682431" y="1958801"/>
              <a:ext cx="5408035" cy="284508"/>
            </a:xfrm>
            <a:custGeom>
              <a:avLst/>
              <a:gdLst>
                <a:gd name="connsiteX0" fmla="*/ 0 w 4972895"/>
                <a:gd name="connsiteY0" fmla="*/ 76642 h 578323"/>
                <a:gd name="connsiteX1" fmla="*/ 486479 w 4972895"/>
                <a:gd name="connsiteY1" fmla="*/ 234297 h 578323"/>
                <a:gd name="connsiteX2" fmla="*/ 837825 w 4972895"/>
                <a:gd name="connsiteY2" fmla="*/ 297359 h 578323"/>
                <a:gd name="connsiteX3" fmla="*/ 1193675 w 4972895"/>
                <a:gd name="connsiteY3" fmla="*/ 117182 h 578323"/>
                <a:gd name="connsiteX4" fmla="*/ 1572048 w 4972895"/>
                <a:gd name="connsiteY4" fmla="*/ 58624 h 578323"/>
                <a:gd name="connsiteX5" fmla="*/ 1896367 w 4972895"/>
                <a:gd name="connsiteY5" fmla="*/ 270333 h 578323"/>
                <a:gd name="connsiteX6" fmla="*/ 2013482 w 4972895"/>
                <a:gd name="connsiteY6" fmla="*/ 513572 h 578323"/>
                <a:gd name="connsiteX7" fmla="*/ 2635094 w 4972895"/>
                <a:gd name="connsiteY7" fmla="*/ 301864 h 578323"/>
                <a:gd name="connsiteX8" fmla="*/ 2887342 w 4972895"/>
                <a:gd name="connsiteY8" fmla="*/ 67 h 578323"/>
                <a:gd name="connsiteX9" fmla="*/ 3252201 w 4972895"/>
                <a:gd name="connsiteY9" fmla="*/ 328890 h 578323"/>
                <a:gd name="connsiteX10" fmla="*/ 3513458 w 4972895"/>
                <a:gd name="connsiteY10" fmla="*/ 527085 h 578323"/>
                <a:gd name="connsiteX11" fmla="*/ 3900840 w 4972895"/>
                <a:gd name="connsiteY11" fmla="*/ 558616 h 578323"/>
                <a:gd name="connsiteX12" fmla="*/ 4076513 w 4972895"/>
                <a:gd name="connsiteY12" fmla="*/ 265828 h 578323"/>
                <a:gd name="connsiteX13" fmla="*/ 4513443 w 4972895"/>
                <a:gd name="connsiteY13" fmla="*/ 310873 h 578323"/>
                <a:gd name="connsiteX14" fmla="*/ 4851275 w 4972895"/>
                <a:gd name="connsiteY14" fmla="*/ 342404 h 578323"/>
                <a:gd name="connsiteX15" fmla="*/ 4972895 w 4972895"/>
                <a:gd name="connsiteY15" fmla="*/ 378439 h 578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72895" h="578323">
                  <a:moveTo>
                    <a:pt x="0" y="76642"/>
                  </a:moveTo>
                  <a:cubicBezTo>
                    <a:pt x="173421" y="137076"/>
                    <a:pt x="346842" y="197511"/>
                    <a:pt x="486479" y="234297"/>
                  </a:cubicBezTo>
                  <a:cubicBezTo>
                    <a:pt x="626116" y="271083"/>
                    <a:pt x="719959" y="316878"/>
                    <a:pt x="837825" y="297359"/>
                  </a:cubicBezTo>
                  <a:cubicBezTo>
                    <a:pt x="955691" y="277840"/>
                    <a:pt x="1071305" y="156971"/>
                    <a:pt x="1193675" y="117182"/>
                  </a:cubicBezTo>
                  <a:cubicBezTo>
                    <a:pt x="1316046" y="77393"/>
                    <a:pt x="1454933" y="33099"/>
                    <a:pt x="1572048" y="58624"/>
                  </a:cubicBezTo>
                  <a:cubicBezTo>
                    <a:pt x="1689163" y="84149"/>
                    <a:pt x="1822795" y="194508"/>
                    <a:pt x="1896367" y="270333"/>
                  </a:cubicBezTo>
                  <a:cubicBezTo>
                    <a:pt x="1969939" y="346158"/>
                    <a:pt x="1890361" y="508317"/>
                    <a:pt x="2013482" y="513572"/>
                  </a:cubicBezTo>
                  <a:cubicBezTo>
                    <a:pt x="2136603" y="518827"/>
                    <a:pt x="2489451" y="387448"/>
                    <a:pt x="2635094" y="301864"/>
                  </a:cubicBezTo>
                  <a:cubicBezTo>
                    <a:pt x="2780737" y="216280"/>
                    <a:pt x="2784491" y="-4437"/>
                    <a:pt x="2887342" y="67"/>
                  </a:cubicBezTo>
                  <a:cubicBezTo>
                    <a:pt x="2990193" y="4571"/>
                    <a:pt x="3147848" y="241054"/>
                    <a:pt x="3252201" y="328890"/>
                  </a:cubicBezTo>
                  <a:cubicBezTo>
                    <a:pt x="3356554" y="416726"/>
                    <a:pt x="3405351" y="488797"/>
                    <a:pt x="3513458" y="527085"/>
                  </a:cubicBezTo>
                  <a:cubicBezTo>
                    <a:pt x="3621565" y="565373"/>
                    <a:pt x="3806998" y="602159"/>
                    <a:pt x="3900840" y="558616"/>
                  </a:cubicBezTo>
                  <a:cubicBezTo>
                    <a:pt x="3994682" y="515073"/>
                    <a:pt x="3974413" y="307118"/>
                    <a:pt x="4076513" y="265828"/>
                  </a:cubicBezTo>
                  <a:cubicBezTo>
                    <a:pt x="4178613" y="224538"/>
                    <a:pt x="4513443" y="310873"/>
                    <a:pt x="4513443" y="310873"/>
                  </a:cubicBezTo>
                  <a:cubicBezTo>
                    <a:pt x="4642570" y="323636"/>
                    <a:pt x="4774700" y="331143"/>
                    <a:pt x="4851275" y="342404"/>
                  </a:cubicBezTo>
                  <a:cubicBezTo>
                    <a:pt x="4927850" y="353665"/>
                    <a:pt x="4950372" y="366052"/>
                    <a:pt x="4972895" y="378439"/>
                  </a:cubicBez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7EBD140-7BF1-6E8C-40E3-E0A5884EF6A6}"/>
              </a:ext>
            </a:extLst>
          </p:cNvPr>
          <p:cNvCxnSpPr>
            <a:cxnSpLocks/>
          </p:cNvCxnSpPr>
          <p:nvPr/>
        </p:nvCxnSpPr>
        <p:spPr>
          <a:xfrm flipV="1">
            <a:off x="3016817" y="-20675"/>
            <a:ext cx="31711" cy="5316953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AEAF9C2-D8DB-37F6-E867-DAFD50AB8D95}"/>
              </a:ext>
            </a:extLst>
          </p:cNvPr>
          <p:cNvCxnSpPr>
            <a:cxnSpLocks/>
          </p:cNvCxnSpPr>
          <p:nvPr/>
        </p:nvCxnSpPr>
        <p:spPr>
          <a:xfrm>
            <a:off x="593865" y="131039"/>
            <a:ext cx="2453819" cy="187231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8" name="Graphic 87" descr="Frangipani with solid fill">
            <a:extLst>
              <a:ext uri="{FF2B5EF4-FFF2-40B4-BE49-F238E27FC236}">
                <a16:creationId xmlns:a16="http://schemas.microsoft.com/office/drawing/2014/main" id="{FD4CB169-0C33-B572-0988-66C3C258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85456" y="1639629"/>
            <a:ext cx="720000" cy="720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55B7BEF-EE99-B337-2EA3-76E292FA8EAD}"/>
              </a:ext>
            </a:extLst>
          </p:cNvPr>
          <p:cNvSpPr/>
          <p:nvPr/>
        </p:nvSpPr>
        <p:spPr>
          <a:xfrm>
            <a:off x="976336" y="4467732"/>
            <a:ext cx="1440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13AB16-B821-1FFC-FF24-E64ED8655A05}"/>
              </a:ext>
            </a:extLst>
          </p:cNvPr>
          <p:cNvSpPr/>
          <p:nvPr/>
        </p:nvSpPr>
        <p:spPr>
          <a:xfrm>
            <a:off x="593865" y="5025630"/>
            <a:ext cx="11319615" cy="261376"/>
          </a:xfrm>
          <a:prstGeom prst="rect">
            <a:avLst/>
          </a:prstGeom>
          <a:solidFill>
            <a:schemeClr val="accent1"/>
          </a:solidFill>
          <a:ln>
            <a:gradFill flip="none" rotWithShape="1">
              <a:gsLst>
                <a:gs pos="4500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Season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E6B1950-43D7-7F43-7941-F1D68FA0AA1E}"/>
              </a:ext>
            </a:extLst>
          </p:cNvPr>
          <p:cNvGrpSpPr/>
          <p:nvPr/>
        </p:nvGrpSpPr>
        <p:grpSpPr>
          <a:xfrm>
            <a:off x="8477043" y="327583"/>
            <a:ext cx="3471954" cy="468000"/>
            <a:chOff x="2626084" y="291254"/>
            <a:chExt cx="7526908" cy="844560"/>
          </a:xfrm>
        </p:grpSpPr>
        <p:sp>
          <p:nvSpPr>
            <p:cNvPr id="36" name="Freeform: Shape 29">
              <a:extLst>
                <a:ext uri="{FF2B5EF4-FFF2-40B4-BE49-F238E27FC236}">
                  <a16:creationId xmlns:a16="http://schemas.microsoft.com/office/drawing/2014/main" id="{8A4C8818-402A-1FCE-1BD3-176444628794}"/>
                </a:ext>
              </a:extLst>
            </p:cNvPr>
            <p:cNvSpPr/>
            <p:nvPr/>
          </p:nvSpPr>
          <p:spPr>
            <a:xfrm>
              <a:off x="2626084" y="300395"/>
              <a:ext cx="7526908" cy="699119"/>
            </a:xfrm>
            <a:custGeom>
              <a:avLst/>
              <a:gdLst>
                <a:gd name="connsiteX0" fmla="*/ 0 w 3471954"/>
                <a:gd name="connsiteY0" fmla="*/ 114818 h 387406"/>
                <a:gd name="connsiteX1" fmla="*/ 521520 w 3471954"/>
                <a:gd name="connsiteY1" fmla="*/ 284550 h 387406"/>
                <a:gd name="connsiteX2" fmla="*/ 1230040 w 3471954"/>
                <a:gd name="connsiteY2" fmla="*/ 381897 h 387406"/>
                <a:gd name="connsiteX3" fmla="*/ 1845060 w 3471954"/>
                <a:gd name="connsiteY3" fmla="*/ 366920 h 387406"/>
                <a:gd name="connsiteX4" fmla="*/ 2345802 w 3471954"/>
                <a:gd name="connsiteY4" fmla="*/ 297031 h 387406"/>
                <a:gd name="connsiteX5" fmla="*/ 2798756 w 3471954"/>
                <a:gd name="connsiteY5" fmla="*/ 179716 h 387406"/>
                <a:gd name="connsiteX6" fmla="*/ 3083410 w 3471954"/>
                <a:gd name="connsiteY6" fmla="*/ 84865 h 387406"/>
                <a:gd name="connsiteX7" fmla="*/ 3272488 w 3471954"/>
                <a:gd name="connsiteY7" fmla="*/ 49920 h 387406"/>
                <a:gd name="connsiteX8" fmla="*/ 3471954 w 3471954"/>
                <a:gd name="connsiteY8" fmla="*/ 0 h 387406"/>
                <a:gd name="connsiteX9" fmla="*/ 3471954 w 3471954"/>
                <a:gd name="connsiteY9" fmla="*/ 0 h 387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71954" h="387406" extrusionOk="0">
                  <a:moveTo>
                    <a:pt x="0" y="114818"/>
                  </a:moveTo>
                  <a:cubicBezTo>
                    <a:pt x="133717" y="162292"/>
                    <a:pt x="312674" y="241478"/>
                    <a:pt x="521520" y="284550"/>
                  </a:cubicBezTo>
                  <a:cubicBezTo>
                    <a:pt x="747539" y="333486"/>
                    <a:pt x="983863" y="368983"/>
                    <a:pt x="1230040" y="381897"/>
                  </a:cubicBezTo>
                  <a:cubicBezTo>
                    <a:pt x="1442732" y="403338"/>
                    <a:pt x="1654389" y="407099"/>
                    <a:pt x="1845060" y="366920"/>
                  </a:cubicBezTo>
                  <a:cubicBezTo>
                    <a:pt x="2009419" y="340958"/>
                    <a:pt x="2194528" y="331898"/>
                    <a:pt x="2345802" y="297031"/>
                  </a:cubicBezTo>
                  <a:cubicBezTo>
                    <a:pt x="2525272" y="268264"/>
                    <a:pt x="2686433" y="193241"/>
                    <a:pt x="2798756" y="179716"/>
                  </a:cubicBezTo>
                  <a:cubicBezTo>
                    <a:pt x="2918229" y="143825"/>
                    <a:pt x="3002676" y="108173"/>
                    <a:pt x="3083410" y="84865"/>
                  </a:cubicBezTo>
                  <a:cubicBezTo>
                    <a:pt x="3161900" y="58789"/>
                    <a:pt x="3204288" y="68850"/>
                    <a:pt x="3272488" y="49920"/>
                  </a:cubicBezTo>
                  <a:cubicBezTo>
                    <a:pt x="3337245" y="35776"/>
                    <a:pt x="3471954" y="0"/>
                    <a:pt x="3471954" y="0"/>
                  </a:cubicBezTo>
                  <a:lnTo>
                    <a:pt x="3471954" y="0"/>
                  </a:lnTo>
                </a:path>
              </a:pathLst>
            </a:custGeom>
            <a:noFill/>
            <a:ln w="38100"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7526908"/>
                        <a:gd name="connsiteY0" fmla="*/ 207204 h 699119"/>
                        <a:gd name="connsiteX1" fmla="*/ 1130613 w 7526908"/>
                        <a:gd name="connsiteY1" fmla="*/ 513505 h 699119"/>
                        <a:gd name="connsiteX2" fmla="*/ 2666625 w 7526908"/>
                        <a:gd name="connsiteY2" fmla="*/ 689178 h 699119"/>
                        <a:gd name="connsiteX3" fmla="*/ 3999937 w 7526908"/>
                        <a:gd name="connsiteY3" fmla="*/ 662151 h 699119"/>
                        <a:gd name="connsiteX4" fmla="*/ 5085505 w 7526908"/>
                        <a:gd name="connsiteY4" fmla="*/ 536027 h 699119"/>
                        <a:gd name="connsiteX5" fmla="*/ 6067472 w 7526908"/>
                        <a:gd name="connsiteY5" fmla="*/ 324319 h 699119"/>
                        <a:gd name="connsiteX6" fmla="*/ 6684579 w 7526908"/>
                        <a:gd name="connsiteY6" fmla="*/ 153150 h 699119"/>
                        <a:gd name="connsiteX7" fmla="*/ 7094483 w 7526908"/>
                        <a:gd name="connsiteY7" fmla="*/ 90088 h 699119"/>
                        <a:gd name="connsiteX8" fmla="*/ 7526908 w 7526908"/>
                        <a:gd name="connsiteY8" fmla="*/ 0 h 699119"/>
                        <a:gd name="connsiteX9" fmla="*/ 7526908 w 7526908"/>
                        <a:gd name="connsiteY9" fmla="*/ 0 h 6991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526908" h="699119">
                          <a:moveTo>
                            <a:pt x="0" y="207204"/>
                          </a:moveTo>
                          <a:cubicBezTo>
                            <a:pt x="343088" y="320190"/>
                            <a:pt x="686176" y="433176"/>
                            <a:pt x="1130613" y="513505"/>
                          </a:cubicBezTo>
                          <a:cubicBezTo>
                            <a:pt x="1575051" y="593834"/>
                            <a:pt x="2188404" y="664404"/>
                            <a:pt x="2666625" y="689178"/>
                          </a:cubicBezTo>
                          <a:cubicBezTo>
                            <a:pt x="3144846" y="713952"/>
                            <a:pt x="3596790" y="687676"/>
                            <a:pt x="3999937" y="662151"/>
                          </a:cubicBezTo>
                          <a:cubicBezTo>
                            <a:pt x="4403084" y="636626"/>
                            <a:pt x="4740916" y="592332"/>
                            <a:pt x="5085505" y="536027"/>
                          </a:cubicBezTo>
                          <a:cubicBezTo>
                            <a:pt x="5430094" y="479722"/>
                            <a:pt x="5800960" y="388132"/>
                            <a:pt x="6067472" y="324319"/>
                          </a:cubicBezTo>
                          <a:cubicBezTo>
                            <a:pt x="6333984" y="260506"/>
                            <a:pt x="6513411" y="192188"/>
                            <a:pt x="6684579" y="153150"/>
                          </a:cubicBezTo>
                          <a:cubicBezTo>
                            <a:pt x="6855747" y="114112"/>
                            <a:pt x="6954095" y="115613"/>
                            <a:pt x="7094483" y="90088"/>
                          </a:cubicBezTo>
                          <a:cubicBezTo>
                            <a:pt x="7234871" y="64563"/>
                            <a:pt x="7526908" y="0"/>
                            <a:pt x="7526908" y="0"/>
                          </a:cubicBezTo>
                          <a:lnTo>
                            <a:pt x="7526908" y="0"/>
                          </a:lnTo>
                        </a:path>
                      </a:pathLst>
                    </a:cu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8874FA9-AE9C-0C39-74F3-EB42146B01B8}"/>
                    </a:ext>
                  </a:extLst>
                </p14:cNvPr>
                <p14:cNvContentPartPr/>
                <p14:nvPr/>
              </p14:nvContentPartPr>
              <p14:xfrm>
                <a:off x="2679916" y="291254"/>
                <a:ext cx="7360200" cy="646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DA5C470-6801-C9EE-EC5C-BE90BF4878B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99990" y="-33470"/>
                  <a:ext cx="7519732" cy="12949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72364C2-B4EF-3DE6-5CC5-73A601DFE4DB}"/>
                    </a:ext>
                  </a:extLst>
                </p14:cNvPr>
                <p14:cNvContentPartPr/>
                <p14:nvPr/>
              </p14:nvContentPartPr>
              <p14:xfrm>
                <a:off x="2679916" y="490694"/>
                <a:ext cx="7250400" cy="645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927887C-36AF-E0E7-955E-98EF94B01CE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99992" y="166187"/>
                  <a:ext cx="7409929" cy="1293485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0" name="Arrow: Down 44">
            <a:extLst>
              <a:ext uri="{FF2B5EF4-FFF2-40B4-BE49-F238E27FC236}">
                <a16:creationId xmlns:a16="http://schemas.microsoft.com/office/drawing/2014/main" id="{F4FD0E9B-734E-30E8-9203-1A82E89DF7D3}"/>
              </a:ext>
            </a:extLst>
          </p:cNvPr>
          <p:cNvSpPr/>
          <p:nvPr/>
        </p:nvSpPr>
        <p:spPr>
          <a:xfrm rot="10800000">
            <a:off x="3688599" y="5845386"/>
            <a:ext cx="905391" cy="400110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Down 44">
            <a:extLst>
              <a:ext uri="{FF2B5EF4-FFF2-40B4-BE49-F238E27FC236}">
                <a16:creationId xmlns:a16="http://schemas.microsoft.com/office/drawing/2014/main" id="{0490B71D-5499-A1F7-DBF2-262676BEF221}"/>
              </a:ext>
            </a:extLst>
          </p:cNvPr>
          <p:cNvSpPr/>
          <p:nvPr/>
        </p:nvSpPr>
        <p:spPr>
          <a:xfrm rot="10800000">
            <a:off x="4796823" y="5849364"/>
            <a:ext cx="905391" cy="400110"/>
          </a:xfrm>
          <a:prstGeom prst="downArrow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row: Down 44">
            <a:extLst>
              <a:ext uri="{FF2B5EF4-FFF2-40B4-BE49-F238E27FC236}">
                <a16:creationId xmlns:a16="http://schemas.microsoft.com/office/drawing/2014/main" id="{322E5462-523A-4F76-9705-9BEC454AC2DB}"/>
              </a:ext>
            </a:extLst>
          </p:cNvPr>
          <p:cNvSpPr/>
          <p:nvPr/>
        </p:nvSpPr>
        <p:spPr>
          <a:xfrm rot="10800000">
            <a:off x="5891435" y="5851083"/>
            <a:ext cx="905391" cy="400110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row: Down 44">
            <a:extLst>
              <a:ext uri="{FF2B5EF4-FFF2-40B4-BE49-F238E27FC236}">
                <a16:creationId xmlns:a16="http://schemas.microsoft.com/office/drawing/2014/main" id="{3326B59C-5272-092E-D775-5DB5F2DB4746}"/>
              </a:ext>
            </a:extLst>
          </p:cNvPr>
          <p:cNvSpPr/>
          <p:nvPr/>
        </p:nvSpPr>
        <p:spPr>
          <a:xfrm rot="10800000">
            <a:off x="6906409" y="5845386"/>
            <a:ext cx="905391" cy="400110"/>
          </a:xfrm>
          <a:prstGeom prst="downArrow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row: Down 44">
            <a:extLst>
              <a:ext uri="{FF2B5EF4-FFF2-40B4-BE49-F238E27FC236}">
                <a16:creationId xmlns:a16="http://schemas.microsoft.com/office/drawing/2014/main" id="{A8BD901C-93C0-F1B7-6DE4-7FD22961B873}"/>
              </a:ext>
            </a:extLst>
          </p:cNvPr>
          <p:cNvSpPr/>
          <p:nvPr/>
        </p:nvSpPr>
        <p:spPr>
          <a:xfrm rot="10800000">
            <a:off x="7883149" y="5853349"/>
            <a:ext cx="905391" cy="400110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row: Down 44">
            <a:extLst>
              <a:ext uri="{FF2B5EF4-FFF2-40B4-BE49-F238E27FC236}">
                <a16:creationId xmlns:a16="http://schemas.microsoft.com/office/drawing/2014/main" id="{91029987-515D-6DBC-ABA4-FD17D63B5944}"/>
              </a:ext>
            </a:extLst>
          </p:cNvPr>
          <p:cNvSpPr/>
          <p:nvPr/>
        </p:nvSpPr>
        <p:spPr>
          <a:xfrm rot="10800000">
            <a:off x="8896639" y="5853350"/>
            <a:ext cx="905391" cy="40011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CA1869F-A5BC-9707-E218-810CE16A42CF}"/>
              </a:ext>
            </a:extLst>
          </p:cNvPr>
          <p:cNvCxnSpPr>
            <a:cxnSpLocks/>
          </p:cNvCxnSpPr>
          <p:nvPr/>
        </p:nvCxnSpPr>
        <p:spPr>
          <a:xfrm flipV="1">
            <a:off x="4104662" y="797642"/>
            <a:ext cx="0" cy="4227988"/>
          </a:xfrm>
          <a:prstGeom prst="line">
            <a:avLst/>
          </a:prstGeom>
          <a:ln>
            <a:solidFill>
              <a:schemeClr val="accent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53A4C6D-9B09-F837-8307-AD526C660380}"/>
              </a:ext>
            </a:extLst>
          </p:cNvPr>
          <p:cNvCxnSpPr>
            <a:cxnSpLocks/>
          </p:cNvCxnSpPr>
          <p:nvPr/>
        </p:nvCxnSpPr>
        <p:spPr>
          <a:xfrm flipV="1">
            <a:off x="5177769" y="1428065"/>
            <a:ext cx="3650" cy="3597565"/>
          </a:xfrm>
          <a:prstGeom prst="line">
            <a:avLst/>
          </a:prstGeom>
          <a:ln>
            <a:solidFill>
              <a:schemeClr val="accent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558DE24-E83C-874A-93BB-E007D4BEE3FC}"/>
              </a:ext>
            </a:extLst>
          </p:cNvPr>
          <p:cNvCxnSpPr>
            <a:cxnSpLocks/>
            <a:stCxn id="19" idx="0"/>
          </p:cNvCxnSpPr>
          <p:nvPr/>
        </p:nvCxnSpPr>
        <p:spPr>
          <a:xfrm flipH="1" flipV="1">
            <a:off x="6242669" y="2200958"/>
            <a:ext cx="11004" cy="2824672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07E67A4-7D15-535F-0E02-84510F3AFF5E}"/>
              </a:ext>
            </a:extLst>
          </p:cNvPr>
          <p:cNvCxnSpPr>
            <a:cxnSpLocks/>
          </p:cNvCxnSpPr>
          <p:nvPr/>
        </p:nvCxnSpPr>
        <p:spPr>
          <a:xfrm flipH="1" flipV="1">
            <a:off x="7240060" y="2763770"/>
            <a:ext cx="27132" cy="226186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769BC5B-49EB-A60F-7FFD-412CED081C46}"/>
              </a:ext>
            </a:extLst>
          </p:cNvPr>
          <p:cNvCxnSpPr>
            <a:cxnSpLocks/>
          </p:cNvCxnSpPr>
          <p:nvPr/>
        </p:nvCxnSpPr>
        <p:spPr>
          <a:xfrm flipV="1">
            <a:off x="8317661" y="3470752"/>
            <a:ext cx="0" cy="155487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51A964D-A2FB-6107-C7F0-95E9DB6F0181}"/>
              </a:ext>
            </a:extLst>
          </p:cNvPr>
          <p:cNvCxnSpPr>
            <a:cxnSpLocks/>
          </p:cNvCxnSpPr>
          <p:nvPr/>
        </p:nvCxnSpPr>
        <p:spPr>
          <a:xfrm flipH="1" flipV="1">
            <a:off x="9362707" y="4303669"/>
            <a:ext cx="14495" cy="72196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CA6A265-27C5-F7D1-5168-280A619DBD4E}"/>
              </a:ext>
            </a:extLst>
          </p:cNvPr>
          <p:cNvCxnSpPr>
            <a:cxnSpLocks/>
          </p:cNvCxnSpPr>
          <p:nvPr/>
        </p:nvCxnSpPr>
        <p:spPr>
          <a:xfrm>
            <a:off x="593865" y="1274074"/>
            <a:ext cx="4587689" cy="450057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179CEB95-8078-B9A4-F1A0-43504F01921C}"/>
              </a:ext>
            </a:extLst>
          </p:cNvPr>
          <p:cNvCxnSpPr>
            <a:cxnSpLocks/>
          </p:cNvCxnSpPr>
          <p:nvPr/>
        </p:nvCxnSpPr>
        <p:spPr>
          <a:xfrm>
            <a:off x="593865" y="1913912"/>
            <a:ext cx="5643118" cy="589295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0A1B70F-A2AA-96E2-656F-A4AE03864235}"/>
              </a:ext>
            </a:extLst>
          </p:cNvPr>
          <p:cNvCxnSpPr>
            <a:cxnSpLocks/>
          </p:cNvCxnSpPr>
          <p:nvPr/>
        </p:nvCxnSpPr>
        <p:spPr>
          <a:xfrm>
            <a:off x="588179" y="2554796"/>
            <a:ext cx="6671216" cy="63457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2004585-18F1-47BD-7A4C-AA223F6BA684}"/>
              </a:ext>
            </a:extLst>
          </p:cNvPr>
          <p:cNvCxnSpPr>
            <a:cxnSpLocks/>
          </p:cNvCxnSpPr>
          <p:nvPr/>
        </p:nvCxnSpPr>
        <p:spPr>
          <a:xfrm>
            <a:off x="588179" y="3130810"/>
            <a:ext cx="7716262" cy="705479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BAD2F78-9A89-C058-825C-55EAC693BD37}"/>
              </a:ext>
            </a:extLst>
          </p:cNvPr>
          <p:cNvCxnSpPr>
            <a:cxnSpLocks/>
          </p:cNvCxnSpPr>
          <p:nvPr/>
        </p:nvCxnSpPr>
        <p:spPr>
          <a:xfrm>
            <a:off x="616337" y="3917313"/>
            <a:ext cx="8760865" cy="755364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FAA058AC-32A1-650A-7F24-97A19003E9BD}"/>
              </a:ext>
            </a:extLst>
          </p:cNvPr>
          <p:cNvGrpSpPr/>
          <p:nvPr/>
        </p:nvGrpSpPr>
        <p:grpSpPr>
          <a:xfrm>
            <a:off x="4104662" y="949030"/>
            <a:ext cx="5258045" cy="423893"/>
            <a:chOff x="3657600" y="1958801"/>
            <a:chExt cx="5432866" cy="511746"/>
          </a:xfrm>
        </p:grpSpPr>
        <p:sp>
          <p:nvSpPr>
            <p:cNvPr id="93" name="Freeform: Shape 65">
              <a:extLst>
                <a:ext uri="{FF2B5EF4-FFF2-40B4-BE49-F238E27FC236}">
                  <a16:creationId xmlns:a16="http://schemas.microsoft.com/office/drawing/2014/main" id="{073FC205-2A2A-ACB4-75A3-2B4D27BA37FA}"/>
                </a:ext>
              </a:extLst>
            </p:cNvPr>
            <p:cNvSpPr/>
            <p:nvPr/>
          </p:nvSpPr>
          <p:spPr>
            <a:xfrm>
              <a:off x="3657600" y="1981885"/>
              <a:ext cx="5355968" cy="488662"/>
            </a:xfrm>
            <a:custGeom>
              <a:avLst/>
              <a:gdLst>
                <a:gd name="connsiteX0" fmla="*/ 0 w 5053974"/>
                <a:gd name="connsiteY0" fmla="*/ 23173 h 543300"/>
                <a:gd name="connsiteX1" fmla="*/ 837825 w 5053974"/>
                <a:gd name="connsiteY1" fmla="*/ 284430 h 543300"/>
                <a:gd name="connsiteX2" fmla="*/ 1310790 w 5053974"/>
                <a:gd name="connsiteY2" fmla="*/ 406050 h 543300"/>
                <a:gd name="connsiteX3" fmla="*/ 1441419 w 5053974"/>
                <a:gd name="connsiteY3" fmla="*/ 221368 h 543300"/>
                <a:gd name="connsiteX4" fmla="*/ 1603578 w 5053974"/>
                <a:gd name="connsiteY4" fmla="*/ 90739 h 543300"/>
                <a:gd name="connsiteX5" fmla="*/ 1698171 w 5053974"/>
                <a:gd name="connsiteY5" fmla="*/ 248394 h 543300"/>
                <a:gd name="connsiteX6" fmla="*/ 1806278 w 5053974"/>
                <a:gd name="connsiteY6" fmla="*/ 370014 h 543300"/>
                <a:gd name="connsiteX7" fmla="*/ 2045013 w 5053974"/>
                <a:gd name="connsiteY7" fmla="*/ 311456 h 543300"/>
                <a:gd name="connsiteX8" fmla="*/ 2247712 w 5053974"/>
                <a:gd name="connsiteY8" fmla="*/ 113261 h 543300"/>
                <a:gd name="connsiteX9" fmla="*/ 2382845 w 5053974"/>
                <a:gd name="connsiteY9" fmla="*/ 230377 h 543300"/>
                <a:gd name="connsiteX10" fmla="*/ 2468430 w 5053974"/>
                <a:gd name="connsiteY10" fmla="*/ 379023 h 543300"/>
                <a:gd name="connsiteX11" fmla="*/ 2999953 w 5053974"/>
                <a:gd name="connsiteY11" fmla="*/ 541183 h 543300"/>
                <a:gd name="connsiteX12" fmla="*/ 3549494 w 5053974"/>
                <a:gd name="connsiteY12" fmla="*/ 257403 h 543300"/>
                <a:gd name="connsiteX13" fmla="*/ 3779220 w 5053974"/>
                <a:gd name="connsiteY13" fmla="*/ 149297 h 543300"/>
                <a:gd name="connsiteX14" fmla="*/ 4387318 w 5053974"/>
                <a:gd name="connsiteY14" fmla="*/ 288934 h 543300"/>
                <a:gd name="connsiteX15" fmla="*/ 4585513 w 5053974"/>
                <a:gd name="connsiteY15" fmla="*/ 162810 h 543300"/>
                <a:gd name="connsiteX16" fmla="*/ 4851275 w 5053974"/>
                <a:gd name="connsiteY16" fmla="*/ 45695 h 543300"/>
                <a:gd name="connsiteX17" fmla="*/ 5004426 w 5053974"/>
                <a:gd name="connsiteY17" fmla="*/ 651 h 543300"/>
                <a:gd name="connsiteX18" fmla="*/ 5053974 w 5053974"/>
                <a:gd name="connsiteY18" fmla="*/ 23173 h 54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053974" h="543300">
                  <a:moveTo>
                    <a:pt x="0" y="23173"/>
                  </a:moveTo>
                  <a:lnTo>
                    <a:pt x="837825" y="284430"/>
                  </a:lnTo>
                  <a:cubicBezTo>
                    <a:pt x="1056290" y="348243"/>
                    <a:pt x="1210191" y="416560"/>
                    <a:pt x="1310790" y="406050"/>
                  </a:cubicBezTo>
                  <a:cubicBezTo>
                    <a:pt x="1411389" y="395540"/>
                    <a:pt x="1392621" y="273920"/>
                    <a:pt x="1441419" y="221368"/>
                  </a:cubicBezTo>
                  <a:cubicBezTo>
                    <a:pt x="1490217" y="168816"/>
                    <a:pt x="1560786" y="86235"/>
                    <a:pt x="1603578" y="90739"/>
                  </a:cubicBezTo>
                  <a:cubicBezTo>
                    <a:pt x="1646370" y="95243"/>
                    <a:pt x="1664388" y="201848"/>
                    <a:pt x="1698171" y="248394"/>
                  </a:cubicBezTo>
                  <a:cubicBezTo>
                    <a:pt x="1731954" y="294940"/>
                    <a:pt x="1748471" y="359504"/>
                    <a:pt x="1806278" y="370014"/>
                  </a:cubicBezTo>
                  <a:cubicBezTo>
                    <a:pt x="1864085" y="380524"/>
                    <a:pt x="1971441" y="354248"/>
                    <a:pt x="2045013" y="311456"/>
                  </a:cubicBezTo>
                  <a:cubicBezTo>
                    <a:pt x="2118585" y="268664"/>
                    <a:pt x="2191407" y="126774"/>
                    <a:pt x="2247712" y="113261"/>
                  </a:cubicBezTo>
                  <a:cubicBezTo>
                    <a:pt x="2304017" y="99748"/>
                    <a:pt x="2346059" y="186083"/>
                    <a:pt x="2382845" y="230377"/>
                  </a:cubicBezTo>
                  <a:cubicBezTo>
                    <a:pt x="2419631" y="274671"/>
                    <a:pt x="2365579" y="327222"/>
                    <a:pt x="2468430" y="379023"/>
                  </a:cubicBezTo>
                  <a:cubicBezTo>
                    <a:pt x="2571281" y="430824"/>
                    <a:pt x="2819776" y="561453"/>
                    <a:pt x="2999953" y="541183"/>
                  </a:cubicBezTo>
                  <a:cubicBezTo>
                    <a:pt x="3180130" y="520913"/>
                    <a:pt x="3419616" y="322717"/>
                    <a:pt x="3549494" y="257403"/>
                  </a:cubicBezTo>
                  <a:cubicBezTo>
                    <a:pt x="3679372" y="192089"/>
                    <a:pt x="3639583" y="144042"/>
                    <a:pt x="3779220" y="149297"/>
                  </a:cubicBezTo>
                  <a:cubicBezTo>
                    <a:pt x="3918857" y="154552"/>
                    <a:pt x="4252936" y="286682"/>
                    <a:pt x="4387318" y="288934"/>
                  </a:cubicBezTo>
                  <a:cubicBezTo>
                    <a:pt x="4521700" y="291186"/>
                    <a:pt x="4508187" y="203350"/>
                    <a:pt x="4585513" y="162810"/>
                  </a:cubicBezTo>
                  <a:cubicBezTo>
                    <a:pt x="4662839" y="122270"/>
                    <a:pt x="4781456" y="72721"/>
                    <a:pt x="4851275" y="45695"/>
                  </a:cubicBezTo>
                  <a:cubicBezTo>
                    <a:pt x="4921094" y="18669"/>
                    <a:pt x="4970643" y="4405"/>
                    <a:pt x="5004426" y="651"/>
                  </a:cubicBezTo>
                  <a:cubicBezTo>
                    <a:pt x="5038209" y="-3103"/>
                    <a:pt x="5046091" y="10035"/>
                    <a:pt x="5053974" y="23173"/>
                  </a:cubicBezTo>
                </a:path>
              </a:pathLst>
            </a:cu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Freeform: Shape 66">
              <a:extLst>
                <a:ext uri="{FF2B5EF4-FFF2-40B4-BE49-F238E27FC236}">
                  <a16:creationId xmlns:a16="http://schemas.microsoft.com/office/drawing/2014/main" id="{84092E2B-AC68-ED0B-5907-F6419FFD3187}"/>
                </a:ext>
              </a:extLst>
            </p:cNvPr>
            <p:cNvSpPr/>
            <p:nvPr/>
          </p:nvSpPr>
          <p:spPr>
            <a:xfrm>
              <a:off x="3734498" y="1981885"/>
              <a:ext cx="5279070" cy="284508"/>
            </a:xfrm>
            <a:custGeom>
              <a:avLst/>
              <a:gdLst>
                <a:gd name="connsiteX0" fmla="*/ 0 w 5005649"/>
                <a:gd name="connsiteY0" fmla="*/ 0 h 853152"/>
                <a:gd name="connsiteX1" fmla="*/ 409904 w 5005649"/>
                <a:gd name="connsiteY1" fmla="*/ 144142 h 853152"/>
                <a:gd name="connsiteX2" fmla="*/ 662152 w 5005649"/>
                <a:gd name="connsiteY2" fmla="*/ 76575 h 853152"/>
                <a:gd name="connsiteX3" fmla="*/ 887374 w 5005649"/>
                <a:gd name="connsiteY3" fmla="*/ 166664 h 853152"/>
                <a:gd name="connsiteX4" fmla="*/ 891878 w 5005649"/>
                <a:gd name="connsiteY4" fmla="*/ 360354 h 853152"/>
                <a:gd name="connsiteX5" fmla="*/ 1387366 w 5005649"/>
                <a:gd name="connsiteY5" fmla="*/ 405399 h 853152"/>
                <a:gd name="connsiteX6" fmla="*/ 1630605 w 5005649"/>
                <a:gd name="connsiteY6" fmla="*/ 297292 h 853152"/>
                <a:gd name="connsiteX7" fmla="*/ 2049518 w 5005649"/>
                <a:gd name="connsiteY7" fmla="*/ 81080 h 853152"/>
                <a:gd name="connsiteX8" fmla="*/ 2238704 w 5005649"/>
                <a:gd name="connsiteY8" fmla="*/ 414408 h 853152"/>
                <a:gd name="connsiteX9" fmla="*/ 2779236 w 5005649"/>
                <a:gd name="connsiteY9" fmla="*/ 319815 h 853152"/>
                <a:gd name="connsiteX10" fmla="*/ 2999953 w 5005649"/>
                <a:gd name="connsiteY10" fmla="*/ 189186 h 853152"/>
                <a:gd name="connsiteX11" fmla="*/ 3193644 w 5005649"/>
                <a:gd name="connsiteY11" fmla="*/ 216213 h 853152"/>
                <a:gd name="connsiteX12" fmla="*/ 3774716 w 5005649"/>
                <a:gd name="connsiteY12" fmla="*/ 423416 h 853152"/>
                <a:gd name="connsiteX13" fmla="*/ 4414345 w 5005649"/>
                <a:gd name="connsiteY13" fmla="*/ 499992 h 853152"/>
                <a:gd name="connsiteX14" fmla="*/ 4837762 w 5005649"/>
                <a:gd name="connsiteY14" fmla="*/ 810798 h 853152"/>
                <a:gd name="connsiteX15" fmla="*/ 4990913 w 5005649"/>
                <a:gd name="connsiteY15" fmla="*/ 851338 h 853152"/>
                <a:gd name="connsiteX16" fmla="*/ 4990913 w 5005649"/>
                <a:gd name="connsiteY16" fmla="*/ 842329 h 853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005649" h="853152">
                  <a:moveTo>
                    <a:pt x="0" y="0"/>
                  </a:moveTo>
                  <a:cubicBezTo>
                    <a:pt x="149772" y="65690"/>
                    <a:pt x="299545" y="131380"/>
                    <a:pt x="409904" y="144142"/>
                  </a:cubicBezTo>
                  <a:cubicBezTo>
                    <a:pt x="520263" y="156904"/>
                    <a:pt x="582574" y="72821"/>
                    <a:pt x="662152" y="76575"/>
                  </a:cubicBezTo>
                  <a:cubicBezTo>
                    <a:pt x="741730" y="80329"/>
                    <a:pt x="849086" y="119368"/>
                    <a:pt x="887374" y="166664"/>
                  </a:cubicBezTo>
                  <a:cubicBezTo>
                    <a:pt x="925662" y="213961"/>
                    <a:pt x="808546" y="320565"/>
                    <a:pt x="891878" y="360354"/>
                  </a:cubicBezTo>
                  <a:cubicBezTo>
                    <a:pt x="975210" y="400143"/>
                    <a:pt x="1264245" y="415909"/>
                    <a:pt x="1387366" y="405399"/>
                  </a:cubicBezTo>
                  <a:cubicBezTo>
                    <a:pt x="1510487" y="394889"/>
                    <a:pt x="1520246" y="351345"/>
                    <a:pt x="1630605" y="297292"/>
                  </a:cubicBezTo>
                  <a:cubicBezTo>
                    <a:pt x="1740964" y="243239"/>
                    <a:pt x="1948168" y="61561"/>
                    <a:pt x="2049518" y="81080"/>
                  </a:cubicBezTo>
                  <a:cubicBezTo>
                    <a:pt x="2150868" y="100599"/>
                    <a:pt x="2117084" y="374619"/>
                    <a:pt x="2238704" y="414408"/>
                  </a:cubicBezTo>
                  <a:cubicBezTo>
                    <a:pt x="2360324" y="454197"/>
                    <a:pt x="2652361" y="357352"/>
                    <a:pt x="2779236" y="319815"/>
                  </a:cubicBezTo>
                  <a:cubicBezTo>
                    <a:pt x="2906111" y="282278"/>
                    <a:pt x="2930885" y="206453"/>
                    <a:pt x="2999953" y="189186"/>
                  </a:cubicBezTo>
                  <a:cubicBezTo>
                    <a:pt x="3069021" y="171919"/>
                    <a:pt x="3064517" y="177175"/>
                    <a:pt x="3193644" y="216213"/>
                  </a:cubicBezTo>
                  <a:cubicBezTo>
                    <a:pt x="3322771" y="255251"/>
                    <a:pt x="3571266" y="376120"/>
                    <a:pt x="3774716" y="423416"/>
                  </a:cubicBezTo>
                  <a:cubicBezTo>
                    <a:pt x="3978166" y="470712"/>
                    <a:pt x="4237171" y="435428"/>
                    <a:pt x="4414345" y="499992"/>
                  </a:cubicBezTo>
                  <a:cubicBezTo>
                    <a:pt x="4591519" y="564556"/>
                    <a:pt x="4741667" y="752240"/>
                    <a:pt x="4837762" y="810798"/>
                  </a:cubicBezTo>
                  <a:cubicBezTo>
                    <a:pt x="4933857" y="869356"/>
                    <a:pt x="4965388" y="846083"/>
                    <a:pt x="4990913" y="851338"/>
                  </a:cubicBezTo>
                  <a:cubicBezTo>
                    <a:pt x="5016438" y="856593"/>
                    <a:pt x="5003675" y="849461"/>
                    <a:pt x="4990913" y="842329"/>
                  </a:cubicBezTo>
                </a:path>
              </a:pathLst>
            </a:cu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Freeform: Shape 67">
              <a:extLst>
                <a:ext uri="{FF2B5EF4-FFF2-40B4-BE49-F238E27FC236}">
                  <a16:creationId xmlns:a16="http://schemas.microsoft.com/office/drawing/2014/main" id="{4A51F705-599E-8C98-A320-787F2B25EC38}"/>
                </a:ext>
              </a:extLst>
            </p:cNvPr>
            <p:cNvSpPr/>
            <p:nvPr/>
          </p:nvSpPr>
          <p:spPr>
            <a:xfrm>
              <a:off x="3682431" y="1958801"/>
              <a:ext cx="5408035" cy="284508"/>
            </a:xfrm>
            <a:custGeom>
              <a:avLst/>
              <a:gdLst>
                <a:gd name="connsiteX0" fmla="*/ 0 w 4972895"/>
                <a:gd name="connsiteY0" fmla="*/ 76642 h 578323"/>
                <a:gd name="connsiteX1" fmla="*/ 486479 w 4972895"/>
                <a:gd name="connsiteY1" fmla="*/ 234297 h 578323"/>
                <a:gd name="connsiteX2" fmla="*/ 837825 w 4972895"/>
                <a:gd name="connsiteY2" fmla="*/ 297359 h 578323"/>
                <a:gd name="connsiteX3" fmla="*/ 1193675 w 4972895"/>
                <a:gd name="connsiteY3" fmla="*/ 117182 h 578323"/>
                <a:gd name="connsiteX4" fmla="*/ 1572048 w 4972895"/>
                <a:gd name="connsiteY4" fmla="*/ 58624 h 578323"/>
                <a:gd name="connsiteX5" fmla="*/ 1896367 w 4972895"/>
                <a:gd name="connsiteY5" fmla="*/ 270333 h 578323"/>
                <a:gd name="connsiteX6" fmla="*/ 2013482 w 4972895"/>
                <a:gd name="connsiteY6" fmla="*/ 513572 h 578323"/>
                <a:gd name="connsiteX7" fmla="*/ 2635094 w 4972895"/>
                <a:gd name="connsiteY7" fmla="*/ 301864 h 578323"/>
                <a:gd name="connsiteX8" fmla="*/ 2887342 w 4972895"/>
                <a:gd name="connsiteY8" fmla="*/ 67 h 578323"/>
                <a:gd name="connsiteX9" fmla="*/ 3252201 w 4972895"/>
                <a:gd name="connsiteY9" fmla="*/ 328890 h 578323"/>
                <a:gd name="connsiteX10" fmla="*/ 3513458 w 4972895"/>
                <a:gd name="connsiteY10" fmla="*/ 527085 h 578323"/>
                <a:gd name="connsiteX11" fmla="*/ 3900840 w 4972895"/>
                <a:gd name="connsiteY11" fmla="*/ 558616 h 578323"/>
                <a:gd name="connsiteX12" fmla="*/ 4076513 w 4972895"/>
                <a:gd name="connsiteY12" fmla="*/ 265828 h 578323"/>
                <a:gd name="connsiteX13" fmla="*/ 4513443 w 4972895"/>
                <a:gd name="connsiteY13" fmla="*/ 310873 h 578323"/>
                <a:gd name="connsiteX14" fmla="*/ 4851275 w 4972895"/>
                <a:gd name="connsiteY14" fmla="*/ 342404 h 578323"/>
                <a:gd name="connsiteX15" fmla="*/ 4972895 w 4972895"/>
                <a:gd name="connsiteY15" fmla="*/ 378439 h 578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72895" h="578323">
                  <a:moveTo>
                    <a:pt x="0" y="76642"/>
                  </a:moveTo>
                  <a:cubicBezTo>
                    <a:pt x="173421" y="137076"/>
                    <a:pt x="346842" y="197511"/>
                    <a:pt x="486479" y="234297"/>
                  </a:cubicBezTo>
                  <a:cubicBezTo>
                    <a:pt x="626116" y="271083"/>
                    <a:pt x="719959" y="316878"/>
                    <a:pt x="837825" y="297359"/>
                  </a:cubicBezTo>
                  <a:cubicBezTo>
                    <a:pt x="955691" y="277840"/>
                    <a:pt x="1071305" y="156971"/>
                    <a:pt x="1193675" y="117182"/>
                  </a:cubicBezTo>
                  <a:cubicBezTo>
                    <a:pt x="1316046" y="77393"/>
                    <a:pt x="1454933" y="33099"/>
                    <a:pt x="1572048" y="58624"/>
                  </a:cubicBezTo>
                  <a:cubicBezTo>
                    <a:pt x="1689163" y="84149"/>
                    <a:pt x="1822795" y="194508"/>
                    <a:pt x="1896367" y="270333"/>
                  </a:cubicBezTo>
                  <a:cubicBezTo>
                    <a:pt x="1969939" y="346158"/>
                    <a:pt x="1890361" y="508317"/>
                    <a:pt x="2013482" y="513572"/>
                  </a:cubicBezTo>
                  <a:cubicBezTo>
                    <a:pt x="2136603" y="518827"/>
                    <a:pt x="2489451" y="387448"/>
                    <a:pt x="2635094" y="301864"/>
                  </a:cubicBezTo>
                  <a:cubicBezTo>
                    <a:pt x="2780737" y="216280"/>
                    <a:pt x="2784491" y="-4437"/>
                    <a:pt x="2887342" y="67"/>
                  </a:cubicBezTo>
                  <a:cubicBezTo>
                    <a:pt x="2990193" y="4571"/>
                    <a:pt x="3147848" y="241054"/>
                    <a:pt x="3252201" y="328890"/>
                  </a:cubicBezTo>
                  <a:cubicBezTo>
                    <a:pt x="3356554" y="416726"/>
                    <a:pt x="3405351" y="488797"/>
                    <a:pt x="3513458" y="527085"/>
                  </a:cubicBezTo>
                  <a:cubicBezTo>
                    <a:pt x="3621565" y="565373"/>
                    <a:pt x="3806998" y="602159"/>
                    <a:pt x="3900840" y="558616"/>
                  </a:cubicBezTo>
                  <a:cubicBezTo>
                    <a:pt x="3994682" y="515073"/>
                    <a:pt x="3974413" y="307118"/>
                    <a:pt x="4076513" y="265828"/>
                  </a:cubicBezTo>
                  <a:cubicBezTo>
                    <a:pt x="4178613" y="224538"/>
                    <a:pt x="4513443" y="310873"/>
                    <a:pt x="4513443" y="310873"/>
                  </a:cubicBezTo>
                  <a:cubicBezTo>
                    <a:pt x="4642570" y="323636"/>
                    <a:pt x="4774700" y="331143"/>
                    <a:pt x="4851275" y="342404"/>
                  </a:cubicBezTo>
                  <a:cubicBezTo>
                    <a:pt x="4927850" y="353665"/>
                    <a:pt x="4950372" y="366052"/>
                    <a:pt x="4972895" y="378439"/>
                  </a:cubicBez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2D11EAC9-AF15-7A40-76F6-9DC7F90F406A}"/>
              </a:ext>
            </a:extLst>
          </p:cNvPr>
          <p:cNvGrpSpPr/>
          <p:nvPr/>
        </p:nvGrpSpPr>
        <p:grpSpPr>
          <a:xfrm>
            <a:off x="9377202" y="1031024"/>
            <a:ext cx="2424240" cy="468000"/>
            <a:chOff x="2626084" y="291254"/>
            <a:chExt cx="7526908" cy="844560"/>
          </a:xfrm>
        </p:grpSpPr>
        <p:sp>
          <p:nvSpPr>
            <p:cNvPr id="97" name="Freeform: Shape 29">
              <a:extLst>
                <a:ext uri="{FF2B5EF4-FFF2-40B4-BE49-F238E27FC236}">
                  <a16:creationId xmlns:a16="http://schemas.microsoft.com/office/drawing/2014/main" id="{5B8B9722-F343-7CDC-5C16-0DDE99AFCE30}"/>
                </a:ext>
              </a:extLst>
            </p:cNvPr>
            <p:cNvSpPr/>
            <p:nvPr/>
          </p:nvSpPr>
          <p:spPr>
            <a:xfrm>
              <a:off x="2626084" y="300395"/>
              <a:ext cx="7526908" cy="699119"/>
            </a:xfrm>
            <a:custGeom>
              <a:avLst/>
              <a:gdLst>
                <a:gd name="connsiteX0" fmla="*/ 0 w 2424240"/>
                <a:gd name="connsiteY0" fmla="*/ 114818 h 387406"/>
                <a:gd name="connsiteX1" fmla="*/ 364143 w 2424240"/>
                <a:gd name="connsiteY1" fmla="*/ 284550 h 387406"/>
                <a:gd name="connsiteX2" fmla="*/ 858857 w 2424240"/>
                <a:gd name="connsiteY2" fmla="*/ 381897 h 387406"/>
                <a:gd name="connsiteX3" fmla="*/ 1288285 w 2424240"/>
                <a:gd name="connsiteY3" fmla="*/ 366920 h 387406"/>
                <a:gd name="connsiteX4" fmla="*/ 1637921 w 2424240"/>
                <a:gd name="connsiteY4" fmla="*/ 297031 h 387406"/>
                <a:gd name="connsiteX5" fmla="*/ 1954189 w 2424240"/>
                <a:gd name="connsiteY5" fmla="*/ 179716 h 387406"/>
                <a:gd name="connsiteX6" fmla="*/ 2152945 w 2424240"/>
                <a:gd name="connsiteY6" fmla="*/ 84865 h 387406"/>
                <a:gd name="connsiteX7" fmla="*/ 2284966 w 2424240"/>
                <a:gd name="connsiteY7" fmla="*/ 49920 h 387406"/>
                <a:gd name="connsiteX8" fmla="*/ 2424240 w 2424240"/>
                <a:gd name="connsiteY8" fmla="*/ 0 h 387406"/>
                <a:gd name="connsiteX9" fmla="*/ 2424240 w 2424240"/>
                <a:gd name="connsiteY9" fmla="*/ 0 h 387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24240" h="387406" extrusionOk="0">
                  <a:moveTo>
                    <a:pt x="0" y="114818"/>
                  </a:moveTo>
                  <a:cubicBezTo>
                    <a:pt x="96599" y="168853"/>
                    <a:pt x="207834" y="244979"/>
                    <a:pt x="364143" y="284550"/>
                  </a:cubicBezTo>
                  <a:cubicBezTo>
                    <a:pt x="527544" y="333328"/>
                    <a:pt x="692993" y="368545"/>
                    <a:pt x="858857" y="381897"/>
                  </a:cubicBezTo>
                  <a:cubicBezTo>
                    <a:pt x="1011068" y="397395"/>
                    <a:pt x="1155447" y="397614"/>
                    <a:pt x="1288285" y="366920"/>
                  </a:cubicBezTo>
                  <a:cubicBezTo>
                    <a:pt x="1400806" y="343298"/>
                    <a:pt x="1540763" y="334837"/>
                    <a:pt x="1637921" y="297031"/>
                  </a:cubicBezTo>
                  <a:cubicBezTo>
                    <a:pt x="1755502" y="266613"/>
                    <a:pt x="1874586" y="202248"/>
                    <a:pt x="1954189" y="179716"/>
                  </a:cubicBezTo>
                  <a:cubicBezTo>
                    <a:pt x="2030461" y="142890"/>
                    <a:pt x="2095067" y="109086"/>
                    <a:pt x="2152945" y="84865"/>
                  </a:cubicBezTo>
                  <a:cubicBezTo>
                    <a:pt x="2207739" y="60042"/>
                    <a:pt x="2236377" y="68752"/>
                    <a:pt x="2284966" y="49920"/>
                  </a:cubicBezTo>
                  <a:cubicBezTo>
                    <a:pt x="2330181" y="35776"/>
                    <a:pt x="2424240" y="0"/>
                    <a:pt x="2424240" y="0"/>
                  </a:cubicBezTo>
                  <a:lnTo>
                    <a:pt x="2424240" y="0"/>
                  </a:lnTo>
                </a:path>
              </a:pathLst>
            </a:custGeom>
            <a:noFill/>
            <a:ln w="38100"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7526908"/>
                        <a:gd name="connsiteY0" fmla="*/ 207204 h 699119"/>
                        <a:gd name="connsiteX1" fmla="*/ 1130613 w 7526908"/>
                        <a:gd name="connsiteY1" fmla="*/ 513505 h 699119"/>
                        <a:gd name="connsiteX2" fmla="*/ 2666625 w 7526908"/>
                        <a:gd name="connsiteY2" fmla="*/ 689178 h 699119"/>
                        <a:gd name="connsiteX3" fmla="*/ 3999937 w 7526908"/>
                        <a:gd name="connsiteY3" fmla="*/ 662151 h 699119"/>
                        <a:gd name="connsiteX4" fmla="*/ 5085505 w 7526908"/>
                        <a:gd name="connsiteY4" fmla="*/ 536027 h 699119"/>
                        <a:gd name="connsiteX5" fmla="*/ 6067472 w 7526908"/>
                        <a:gd name="connsiteY5" fmla="*/ 324319 h 699119"/>
                        <a:gd name="connsiteX6" fmla="*/ 6684579 w 7526908"/>
                        <a:gd name="connsiteY6" fmla="*/ 153150 h 699119"/>
                        <a:gd name="connsiteX7" fmla="*/ 7094483 w 7526908"/>
                        <a:gd name="connsiteY7" fmla="*/ 90088 h 699119"/>
                        <a:gd name="connsiteX8" fmla="*/ 7526908 w 7526908"/>
                        <a:gd name="connsiteY8" fmla="*/ 0 h 699119"/>
                        <a:gd name="connsiteX9" fmla="*/ 7526908 w 7526908"/>
                        <a:gd name="connsiteY9" fmla="*/ 0 h 6991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526908" h="699119">
                          <a:moveTo>
                            <a:pt x="0" y="207204"/>
                          </a:moveTo>
                          <a:cubicBezTo>
                            <a:pt x="343088" y="320190"/>
                            <a:pt x="686176" y="433176"/>
                            <a:pt x="1130613" y="513505"/>
                          </a:cubicBezTo>
                          <a:cubicBezTo>
                            <a:pt x="1575051" y="593834"/>
                            <a:pt x="2188404" y="664404"/>
                            <a:pt x="2666625" y="689178"/>
                          </a:cubicBezTo>
                          <a:cubicBezTo>
                            <a:pt x="3144846" y="713952"/>
                            <a:pt x="3596790" y="687676"/>
                            <a:pt x="3999937" y="662151"/>
                          </a:cubicBezTo>
                          <a:cubicBezTo>
                            <a:pt x="4403084" y="636626"/>
                            <a:pt x="4740916" y="592332"/>
                            <a:pt x="5085505" y="536027"/>
                          </a:cubicBezTo>
                          <a:cubicBezTo>
                            <a:pt x="5430094" y="479722"/>
                            <a:pt x="5800960" y="388132"/>
                            <a:pt x="6067472" y="324319"/>
                          </a:cubicBezTo>
                          <a:cubicBezTo>
                            <a:pt x="6333984" y="260506"/>
                            <a:pt x="6513411" y="192188"/>
                            <a:pt x="6684579" y="153150"/>
                          </a:cubicBezTo>
                          <a:cubicBezTo>
                            <a:pt x="6855747" y="114112"/>
                            <a:pt x="6954095" y="115613"/>
                            <a:pt x="7094483" y="90088"/>
                          </a:cubicBezTo>
                          <a:cubicBezTo>
                            <a:pt x="7234871" y="64563"/>
                            <a:pt x="7526908" y="0"/>
                            <a:pt x="7526908" y="0"/>
                          </a:cubicBezTo>
                          <a:lnTo>
                            <a:pt x="7526908" y="0"/>
                          </a:lnTo>
                        </a:path>
                      </a:pathLst>
                    </a:cu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125302D-05D9-A139-67D6-6FD576DCBF2C}"/>
                    </a:ext>
                  </a:extLst>
                </p14:cNvPr>
                <p14:cNvContentPartPr/>
                <p14:nvPr/>
              </p14:nvContentPartPr>
              <p14:xfrm>
                <a:off x="2679916" y="291254"/>
                <a:ext cx="7360200" cy="646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DA5C470-6801-C9EE-EC5C-BE90BF4878B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99990" y="-33470"/>
                  <a:ext cx="7519732" cy="12949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20A2AD6-89A8-B440-CCF6-74809A5A2C63}"/>
                    </a:ext>
                  </a:extLst>
                </p14:cNvPr>
                <p14:cNvContentPartPr/>
                <p14:nvPr/>
              </p14:nvContentPartPr>
              <p14:xfrm>
                <a:off x="2679916" y="490694"/>
                <a:ext cx="7250400" cy="645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927887C-36AF-E0E7-955E-98EF94B01CE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99992" y="166187"/>
                  <a:ext cx="7409929" cy="129348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28D4E3CC-338E-4CD5-0824-AA3C04386724}"/>
              </a:ext>
            </a:extLst>
          </p:cNvPr>
          <p:cNvGrpSpPr/>
          <p:nvPr/>
        </p:nvGrpSpPr>
        <p:grpSpPr>
          <a:xfrm>
            <a:off x="5182778" y="1710737"/>
            <a:ext cx="4619252" cy="423893"/>
            <a:chOff x="3657600" y="1958801"/>
            <a:chExt cx="5432866" cy="511746"/>
          </a:xfrm>
        </p:grpSpPr>
        <p:sp>
          <p:nvSpPr>
            <p:cNvPr id="101" name="Freeform: Shape 65">
              <a:extLst>
                <a:ext uri="{FF2B5EF4-FFF2-40B4-BE49-F238E27FC236}">
                  <a16:creationId xmlns:a16="http://schemas.microsoft.com/office/drawing/2014/main" id="{44FAFE7B-C651-03CA-CE05-BC603D783538}"/>
                </a:ext>
              </a:extLst>
            </p:cNvPr>
            <p:cNvSpPr/>
            <p:nvPr/>
          </p:nvSpPr>
          <p:spPr>
            <a:xfrm>
              <a:off x="3657600" y="1981885"/>
              <a:ext cx="5355968" cy="488662"/>
            </a:xfrm>
            <a:custGeom>
              <a:avLst/>
              <a:gdLst>
                <a:gd name="connsiteX0" fmla="*/ 0 w 5053974"/>
                <a:gd name="connsiteY0" fmla="*/ 23173 h 543300"/>
                <a:gd name="connsiteX1" fmla="*/ 837825 w 5053974"/>
                <a:gd name="connsiteY1" fmla="*/ 284430 h 543300"/>
                <a:gd name="connsiteX2" fmla="*/ 1310790 w 5053974"/>
                <a:gd name="connsiteY2" fmla="*/ 406050 h 543300"/>
                <a:gd name="connsiteX3" fmla="*/ 1441419 w 5053974"/>
                <a:gd name="connsiteY3" fmla="*/ 221368 h 543300"/>
                <a:gd name="connsiteX4" fmla="*/ 1603578 w 5053974"/>
                <a:gd name="connsiteY4" fmla="*/ 90739 h 543300"/>
                <a:gd name="connsiteX5" fmla="*/ 1698171 w 5053974"/>
                <a:gd name="connsiteY5" fmla="*/ 248394 h 543300"/>
                <a:gd name="connsiteX6" fmla="*/ 1806278 w 5053974"/>
                <a:gd name="connsiteY6" fmla="*/ 370014 h 543300"/>
                <a:gd name="connsiteX7" fmla="*/ 2045013 w 5053974"/>
                <a:gd name="connsiteY7" fmla="*/ 311456 h 543300"/>
                <a:gd name="connsiteX8" fmla="*/ 2247712 w 5053974"/>
                <a:gd name="connsiteY8" fmla="*/ 113261 h 543300"/>
                <a:gd name="connsiteX9" fmla="*/ 2382845 w 5053974"/>
                <a:gd name="connsiteY9" fmla="*/ 230377 h 543300"/>
                <a:gd name="connsiteX10" fmla="*/ 2468430 w 5053974"/>
                <a:gd name="connsiteY10" fmla="*/ 379023 h 543300"/>
                <a:gd name="connsiteX11" fmla="*/ 2999953 w 5053974"/>
                <a:gd name="connsiteY11" fmla="*/ 541183 h 543300"/>
                <a:gd name="connsiteX12" fmla="*/ 3549494 w 5053974"/>
                <a:gd name="connsiteY12" fmla="*/ 257403 h 543300"/>
                <a:gd name="connsiteX13" fmla="*/ 3779220 w 5053974"/>
                <a:gd name="connsiteY13" fmla="*/ 149297 h 543300"/>
                <a:gd name="connsiteX14" fmla="*/ 4387318 w 5053974"/>
                <a:gd name="connsiteY14" fmla="*/ 288934 h 543300"/>
                <a:gd name="connsiteX15" fmla="*/ 4585513 w 5053974"/>
                <a:gd name="connsiteY15" fmla="*/ 162810 h 543300"/>
                <a:gd name="connsiteX16" fmla="*/ 4851275 w 5053974"/>
                <a:gd name="connsiteY16" fmla="*/ 45695 h 543300"/>
                <a:gd name="connsiteX17" fmla="*/ 5004426 w 5053974"/>
                <a:gd name="connsiteY17" fmla="*/ 651 h 543300"/>
                <a:gd name="connsiteX18" fmla="*/ 5053974 w 5053974"/>
                <a:gd name="connsiteY18" fmla="*/ 23173 h 54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053974" h="543300">
                  <a:moveTo>
                    <a:pt x="0" y="23173"/>
                  </a:moveTo>
                  <a:lnTo>
                    <a:pt x="837825" y="284430"/>
                  </a:lnTo>
                  <a:cubicBezTo>
                    <a:pt x="1056290" y="348243"/>
                    <a:pt x="1210191" y="416560"/>
                    <a:pt x="1310790" y="406050"/>
                  </a:cubicBezTo>
                  <a:cubicBezTo>
                    <a:pt x="1411389" y="395540"/>
                    <a:pt x="1392621" y="273920"/>
                    <a:pt x="1441419" y="221368"/>
                  </a:cubicBezTo>
                  <a:cubicBezTo>
                    <a:pt x="1490217" y="168816"/>
                    <a:pt x="1560786" y="86235"/>
                    <a:pt x="1603578" y="90739"/>
                  </a:cubicBezTo>
                  <a:cubicBezTo>
                    <a:pt x="1646370" y="95243"/>
                    <a:pt x="1664388" y="201848"/>
                    <a:pt x="1698171" y="248394"/>
                  </a:cubicBezTo>
                  <a:cubicBezTo>
                    <a:pt x="1731954" y="294940"/>
                    <a:pt x="1748471" y="359504"/>
                    <a:pt x="1806278" y="370014"/>
                  </a:cubicBezTo>
                  <a:cubicBezTo>
                    <a:pt x="1864085" y="380524"/>
                    <a:pt x="1971441" y="354248"/>
                    <a:pt x="2045013" y="311456"/>
                  </a:cubicBezTo>
                  <a:cubicBezTo>
                    <a:pt x="2118585" y="268664"/>
                    <a:pt x="2191407" y="126774"/>
                    <a:pt x="2247712" y="113261"/>
                  </a:cubicBezTo>
                  <a:cubicBezTo>
                    <a:pt x="2304017" y="99748"/>
                    <a:pt x="2346059" y="186083"/>
                    <a:pt x="2382845" y="230377"/>
                  </a:cubicBezTo>
                  <a:cubicBezTo>
                    <a:pt x="2419631" y="274671"/>
                    <a:pt x="2365579" y="327222"/>
                    <a:pt x="2468430" y="379023"/>
                  </a:cubicBezTo>
                  <a:cubicBezTo>
                    <a:pt x="2571281" y="430824"/>
                    <a:pt x="2819776" y="561453"/>
                    <a:pt x="2999953" y="541183"/>
                  </a:cubicBezTo>
                  <a:cubicBezTo>
                    <a:pt x="3180130" y="520913"/>
                    <a:pt x="3419616" y="322717"/>
                    <a:pt x="3549494" y="257403"/>
                  </a:cubicBezTo>
                  <a:cubicBezTo>
                    <a:pt x="3679372" y="192089"/>
                    <a:pt x="3639583" y="144042"/>
                    <a:pt x="3779220" y="149297"/>
                  </a:cubicBezTo>
                  <a:cubicBezTo>
                    <a:pt x="3918857" y="154552"/>
                    <a:pt x="4252936" y="286682"/>
                    <a:pt x="4387318" y="288934"/>
                  </a:cubicBezTo>
                  <a:cubicBezTo>
                    <a:pt x="4521700" y="291186"/>
                    <a:pt x="4508187" y="203350"/>
                    <a:pt x="4585513" y="162810"/>
                  </a:cubicBezTo>
                  <a:cubicBezTo>
                    <a:pt x="4662839" y="122270"/>
                    <a:pt x="4781456" y="72721"/>
                    <a:pt x="4851275" y="45695"/>
                  </a:cubicBezTo>
                  <a:cubicBezTo>
                    <a:pt x="4921094" y="18669"/>
                    <a:pt x="4970643" y="4405"/>
                    <a:pt x="5004426" y="651"/>
                  </a:cubicBezTo>
                  <a:cubicBezTo>
                    <a:pt x="5038209" y="-3103"/>
                    <a:pt x="5046091" y="10035"/>
                    <a:pt x="5053974" y="23173"/>
                  </a:cubicBezTo>
                </a:path>
              </a:pathLst>
            </a:cu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Freeform: Shape 66">
              <a:extLst>
                <a:ext uri="{FF2B5EF4-FFF2-40B4-BE49-F238E27FC236}">
                  <a16:creationId xmlns:a16="http://schemas.microsoft.com/office/drawing/2014/main" id="{8CA15D39-BC1D-EDEA-B5A5-C0019C4AC72D}"/>
                </a:ext>
              </a:extLst>
            </p:cNvPr>
            <p:cNvSpPr/>
            <p:nvPr/>
          </p:nvSpPr>
          <p:spPr>
            <a:xfrm>
              <a:off x="3734498" y="1981885"/>
              <a:ext cx="5279070" cy="284508"/>
            </a:xfrm>
            <a:custGeom>
              <a:avLst/>
              <a:gdLst>
                <a:gd name="connsiteX0" fmla="*/ 0 w 5005649"/>
                <a:gd name="connsiteY0" fmla="*/ 0 h 853152"/>
                <a:gd name="connsiteX1" fmla="*/ 409904 w 5005649"/>
                <a:gd name="connsiteY1" fmla="*/ 144142 h 853152"/>
                <a:gd name="connsiteX2" fmla="*/ 662152 w 5005649"/>
                <a:gd name="connsiteY2" fmla="*/ 76575 h 853152"/>
                <a:gd name="connsiteX3" fmla="*/ 887374 w 5005649"/>
                <a:gd name="connsiteY3" fmla="*/ 166664 h 853152"/>
                <a:gd name="connsiteX4" fmla="*/ 891878 w 5005649"/>
                <a:gd name="connsiteY4" fmla="*/ 360354 h 853152"/>
                <a:gd name="connsiteX5" fmla="*/ 1387366 w 5005649"/>
                <a:gd name="connsiteY5" fmla="*/ 405399 h 853152"/>
                <a:gd name="connsiteX6" fmla="*/ 1630605 w 5005649"/>
                <a:gd name="connsiteY6" fmla="*/ 297292 h 853152"/>
                <a:gd name="connsiteX7" fmla="*/ 2049518 w 5005649"/>
                <a:gd name="connsiteY7" fmla="*/ 81080 h 853152"/>
                <a:gd name="connsiteX8" fmla="*/ 2238704 w 5005649"/>
                <a:gd name="connsiteY8" fmla="*/ 414408 h 853152"/>
                <a:gd name="connsiteX9" fmla="*/ 2779236 w 5005649"/>
                <a:gd name="connsiteY9" fmla="*/ 319815 h 853152"/>
                <a:gd name="connsiteX10" fmla="*/ 2999953 w 5005649"/>
                <a:gd name="connsiteY10" fmla="*/ 189186 h 853152"/>
                <a:gd name="connsiteX11" fmla="*/ 3193644 w 5005649"/>
                <a:gd name="connsiteY11" fmla="*/ 216213 h 853152"/>
                <a:gd name="connsiteX12" fmla="*/ 3774716 w 5005649"/>
                <a:gd name="connsiteY12" fmla="*/ 423416 h 853152"/>
                <a:gd name="connsiteX13" fmla="*/ 4414345 w 5005649"/>
                <a:gd name="connsiteY13" fmla="*/ 499992 h 853152"/>
                <a:gd name="connsiteX14" fmla="*/ 4837762 w 5005649"/>
                <a:gd name="connsiteY14" fmla="*/ 810798 h 853152"/>
                <a:gd name="connsiteX15" fmla="*/ 4990913 w 5005649"/>
                <a:gd name="connsiteY15" fmla="*/ 851338 h 853152"/>
                <a:gd name="connsiteX16" fmla="*/ 4990913 w 5005649"/>
                <a:gd name="connsiteY16" fmla="*/ 842329 h 853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005649" h="853152">
                  <a:moveTo>
                    <a:pt x="0" y="0"/>
                  </a:moveTo>
                  <a:cubicBezTo>
                    <a:pt x="149772" y="65690"/>
                    <a:pt x="299545" y="131380"/>
                    <a:pt x="409904" y="144142"/>
                  </a:cubicBezTo>
                  <a:cubicBezTo>
                    <a:pt x="520263" y="156904"/>
                    <a:pt x="582574" y="72821"/>
                    <a:pt x="662152" y="76575"/>
                  </a:cubicBezTo>
                  <a:cubicBezTo>
                    <a:pt x="741730" y="80329"/>
                    <a:pt x="849086" y="119368"/>
                    <a:pt x="887374" y="166664"/>
                  </a:cubicBezTo>
                  <a:cubicBezTo>
                    <a:pt x="925662" y="213961"/>
                    <a:pt x="808546" y="320565"/>
                    <a:pt x="891878" y="360354"/>
                  </a:cubicBezTo>
                  <a:cubicBezTo>
                    <a:pt x="975210" y="400143"/>
                    <a:pt x="1264245" y="415909"/>
                    <a:pt x="1387366" y="405399"/>
                  </a:cubicBezTo>
                  <a:cubicBezTo>
                    <a:pt x="1510487" y="394889"/>
                    <a:pt x="1520246" y="351345"/>
                    <a:pt x="1630605" y="297292"/>
                  </a:cubicBezTo>
                  <a:cubicBezTo>
                    <a:pt x="1740964" y="243239"/>
                    <a:pt x="1948168" y="61561"/>
                    <a:pt x="2049518" y="81080"/>
                  </a:cubicBezTo>
                  <a:cubicBezTo>
                    <a:pt x="2150868" y="100599"/>
                    <a:pt x="2117084" y="374619"/>
                    <a:pt x="2238704" y="414408"/>
                  </a:cubicBezTo>
                  <a:cubicBezTo>
                    <a:pt x="2360324" y="454197"/>
                    <a:pt x="2652361" y="357352"/>
                    <a:pt x="2779236" y="319815"/>
                  </a:cubicBezTo>
                  <a:cubicBezTo>
                    <a:pt x="2906111" y="282278"/>
                    <a:pt x="2930885" y="206453"/>
                    <a:pt x="2999953" y="189186"/>
                  </a:cubicBezTo>
                  <a:cubicBezTo>
                    <a:pt x="3069021" y="171919"/>
                    <a:pt x="3064517" y="177175"/>
                    <a:pt x="3193644" y="216213"/>
                  </a:cubicBezTo>
                  <a:cubicBezTo>
                    <a:pt x="3322771" y="255251"/>
                    <a:pt x="3571266" y="376120"/>
                    <a:pt x="3774716" y="423416"/>
                  </a:cubicBezTo>
                  <a:cubicBezTo>
                    <a:pt x="3978166" y="470712"/>
                    <a:pt x="4237171" y="435428"/>
                    <a:pt x="4414345" y="499992"/>
                  </a:cubicBezTo>
                  <a:cubicBezTo>
                    <a:pt x="4591519" y="564556"/>
                    <a:pt x="4741667" y="752240"/>
                    <a:pt x="4837762" y="810798"/>
                  </a:cubicBezTo>
                  <a:cubicBezTo>
                    <a:pt x="4933857" y="869356"/>
                    <a:pt x="4965388" y="846083"/>
                    <a:pt x="4990913" y="851338"/>
                  </a:cubicBezTo>
                  <a:cubicBezTo>
                    <a:pt x="5016438" y="856593"/>
                    <a:pt x="5003675" y="849461"/>
                    <a:pt x="4990913" y="842329"/>
                  </a:cubicBezTo>
                </a:path>
              </a:pathLst>
            </a:cu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Freeform: Shape 67">
              <a:extLst>
                <a:ext uri="{FF2B5EF4-FFF2-40B4-BE49-F238E27FC236}">
                  <a16:creationId xmlns:a16="http://schemas.microsoft.com/office/drawing/2014/main" id="{3E4004CF-98E6-D568-9D23-E0E580585288}"/>
                </a:ext>
              </a:extLst>
            </p:cNvPr>
            <p:cNvSpPr/>
            <p:nvPr/>
          </p:nvSpPr>
          <p:spPr>
            <a:xfrm>
              <a:off x="3682431" y="1958801"/>
              <a:ext cx="5408035" cy="284508"/>
            </a:xfrm>
            <a:custGeom>
              <a:avLst/>
              <a:gdLst>
                <a:gd name="connsiteX0" fmla="*/ 0 w 4972895"/>
                <a:gd name="connsiteY0" fmla="*/ 76642 h 578323"/>
                <a:gd name="connsiteX1" fmla="*/ 486479 w 4972895"/>
                <a:gd name="connsiteY1" fmla="*/ 234297 h 578323"/>
                <a:gd name="connsiteX2" fmla="*/ 837825 w 4972895"/>
                <a:gd name="connsiteY2" fmla="*/ 297359 h 578323"/>
                <a:gd name="connsiteX3" fmla="*/ 1193675 w 4972895"/>
                <a:gd name="connsiteY3" fmla="*/ 117182 h 578323"/>
                <a:gd name="connsiteX4" fmla="*/ 1572048 w 4972895"/>
                <a:gd name="connsiteY4" fmla="*/ 58624 h 578323"/>
                <a:gd name="connsiteX5" fmla="*/ 1896367 w 4972895"/>
                <a:gd name="connsiteY5" fmla="*/ 270333 h 578323"/>
                <a:gd name="connsiteX6" fmla="*/ 2013482 w 4972895"/>
                <a:gd name="connsiteY6" fmla="*/ 513572 h 578323"/>
                <a:gd name="connsiteX7" fmla="*/ 2635094 w 4972895"/>
                <a:gd name="connsiteY7" fmla="*/ 301864 h 578323"/>
                <a:gd name="connsiteX8" fmla="*/ 2887342 w 4972895"/>
                <a:gd name="connsiteY8" fmla="*/ 67 h 578323"/>
                <a:gd name="connsiteX9" fmla="*/ 3252201 w 4972895"/>
                <a:gd name="connsiteY9" fmla="*/ 328890 h 578323"/>
                <a:gd name="connsiteX10" fmla="*/ 3513458 w 4972895"/>
                <a:gd name="connsiteY10" fmla="*/ 527085 h 578323"/>
                <a:gd name="connsiteX11" fmla="*/ 3900840 w 4972895"/>
                <a:gd name="connsiteY11" fmla="*/ 558616 h 578323"/>
                <a:gd name="connsiteX12" fmla="*/ 4076513 w 4972895"/>
                <a:gd name="connsiteY12" fmla="*/ 265828 h 578323"/>
                <a:gd name="connsiteX13" fmla="*/ 4513443 w 4972895"/>
                <a:gd name="connsiteY13" fmla="*/ 310873 h 578323"/>
                <a:gd name="connsiteX14" fmla="*/ 4851275 w 4972895"/>
                <a:gd name="connsiteY14" fmla="*/ 342404 h 578323"/>
                <a:gd name="connsiteX15" fmla="*/ 4972895 w 4972895"/>
                <a:gd name="connsiteY15" fmla="*/ 378439 h 578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72895" h="578323">
                  <a:moveTo>
                    <a:pt x="0" y="76642"/>
                  </a:moveTo>
                  <a:cubicBezTo>
                    <a:pt x="173421" y="137076"/>
                    <a:pt x="346842" y="197511"/>
                    <a:pt x="486479" y="234297"/>
                  </a:cubicBezTo>
                  <a:cubicBezTo>
                    <a:pt x="626116" y="271083"/>
                    <a:pt x="719959" y="316878"/>
                    <a:pt x="837825" y="297359"/>
                  </a:cubicBezTo>
                  <a:cubicBezTo>
                    <a:pt x="955691" y="277840"/>
                    <a:pt x="1071305" y="156971"/>
                    <a:pt x="1193675" y="117182"/>
                  </a:cubicBezTo>
                  <a:cubicBezTo>
                    <a:pt x="1316046" y="77393"/>
                    <a:pt x="1454933" y="33099"/>
                    <a:pt x="1572048" y="58624"/>
                  </a:cubicBezTo>
                  <a:cubicBezTo>
                    <a:pt x="1689163" y="84149"/>
                    <a:pt x="1822795" y="194508"/>
                    <a:pt x="1896367" y="270333"/>
                  </a:cubicBezTo>
                  <a:cubicBezTo>
                    <a:pt x="1969939" y="346158"/>
                    <a:pt x="1890361" y="508317"/>
                    <a:pt x="2013482" y="513572"/>
                  </a:cubicBezTo>
                  <a:cubicBezTo>
                    <a:pt x="2136603" y="518827"/>
                    <a:pt x="2489451" y="387448"/>
                    <a:pt x="2635094" y="301864"/>
                  </a:cubicBezTo>
                  <a:cubicBezTo>
                    <a:pt x="2780737" y="216280"/>
                    <a:pt x="2784491" y="-4437"/>
                    <a:pt x="2887342" y="67"/>
                  </a:cubicBezTo>
                  <a:cubicBezTo>
                    <a:pt x="2990193" y="4571"/>
                    <a:pt x="3147848" y="241054"/>
                    <a:pt x="3252201" y="328890"/>
                  </a:cubicBezTo>
                  <a:cubicBezTo>
                    <a:pt x="3356554" y="416726"/>
                    <a:pt x="3405351" y="488797"/>
                    <a:pt x="3513458" y="527085"/>
                  </a:cubicBezTo>
                  <a:cubicBezTo>
                    <a:pt x="3621565" y="565373"/>
                    <a:pt x="3806998" y="602159"/>
                    <a:pt x="3900840" y="558616"/>
                  </a:cubicBezTo>
                  <a:cubicBezTo>
                    <a:pt x="3994682" y="515073"/>
                    <a:pt x="3974413" y="307118"/>
                    <a:pt x="4076513" y="265828"/>
                  </a:cubicBezTo>
                  <a:cubicBezTo>
                    <a:pt x="4178613" y="224538"/>
                    <a:pt x="4513443" y="310873"/>
                    <a:pt x="4513443" y="310873"/>
                  </a:cubicBezTo>
                  <a:cubicBezTo>
                    <a:pt x="4642570" y="323636"/>
                    <a:pt x="4774700" y="331143"/>
                    <a:pt x="4851275" y="342404"/>
                  </a:cubicBezTo>
                  <a:cubicBezTo>
                    <a:pt x="4927850" y="353665"/>
                    <a:pt x="4950372" y="366052"/>
                    <a:pt x="4972895" y="378439"/>
                  </a:cubicBez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0206AFE4-1460-0AA0-35FE-E55EE2D99BD1}"/>
              </a:ext>
            </a:extLst>
          </p:cNvPr>
          <p:cNvGrpSpPr/>
          <p:nvPr/>
        </p:nvGrpSpPr>
        <p:grpSpPr>
          <a:xfrm>
            <a:off x="9871392" y="1775230"/>
            <a:ext cx="2042088" cy="468000"/>
            <a:chOff x="2626084" y="291254"/>
            <a:chExt cx="7526908" cy="844560"/>
          </a:xfrm>
        </p:grpSpPr>
        <p:sp>
          <p:nvSpPr>
            <p:cNvPr id="105" name="Freeform: Shape 29">
              <a:extLst>
                <a:ext uri="{FF2B5EF4-FFF2-40B4-BE49-F238E27FC236}">
                  <a16:creationId xmlns:a16="http://schemas.microsoft.com/office/drawing/2014/main" id="{4B51DEFB-ABCC-6820-589B-FE3B4A0D0637}"/>
                </a:ext>
              </a:extLst>
            </p:cNvPr>
            <p:cNvSpPr/>
            <p:nvPr/>
          </p:nvSpPr>
          <p:spPr>
            <a:xfrm>
              <a:off x="2626084" y="300395"/>
              <a:ext cx="7526908" cy="699119"/>
            </a:xfrm>
            <a:custGeom>
              <a:avLst/>
              <a:gdLst>
                <a:gd name="connsiteX0" fmla="*/ 0 w 2042088"/>
                <a:gd name="connsiteY0" fmla="*/ 114818 h 387406"/>
                <a:gd name="connsiteX1" fmla="*/ 306740 w 2042088"/>
                <a:gd name="connsiteY1" fmla="*/ 284550 h 387406"/>
                <a:gd name="connsiteX2" fmla="*/ 723468 w 2042088"/>
                <a:gd name="connsiteY2" fmla="*/ 381897 h 387406"/>
                <a:gd name="connsiteX3" fmla="*/ 1085203 w 2042088"/>
                <a:gd name="connsiteY3" fmla="*/ 366920 h 387406"/>
                <a:gd name="connsiteX4" fmla="*/ 1379723 w 2042088"/>
                <a:gd name="connsiteY4" fmla="*/ 297031 h 387406"/>
                <a:gd name="connsiteX5" fmla="*/ 1646135 w 2042088"/>
                <a:gd name="connsiteY5" fmla="*/ 179716 h 387406"/>
                <a:gd name="connsiteX6" fmla="*/ 1813559 w 2042088"/>
                <a:gd name="connsiteY6" fmla="*/ 84865 h 387406"/>
                <a:gd name="connsiteX7" fmla="*/ 1924768 w 2042088"/>
                <a:gd name="connsiteY7" fmla="*/ 49920 h 387406"/>
                <a:gd name="connsiteX8" fmla="*/ 2042088 w 2042088"/>
                <a:gd name="connsiteY8" fmla="*/ 0 h 387406"/>
                <a:gd name="connsiteX9" fmla="*/ 2042088 w 2042088"/>
                <a:gd name="connsiteY9" fmla="*/ 0 h 387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42088" h="387406" extrusionOk="0">
                  <a:moveTo>
                    <a:pt x="0" y="114818"/>
                  </a:moveTo>
                  <a:cubicBezTo>
                    <a:pt x="91726" y="176592"/>
                    <a:pt x="169048" y="246461"/>
                    <a:pt x="306740" y="284550"/>
                  </a:cubicBezTo>
                  <a:cubicBezTo>
                    <a:pt x="434770" y="330632"/>
                    <a:pt x="587695" y="368361"/>
                    <a:pt x="723468" y="381897"/>
                  </a:cubicBezTo>
                  <a:cubicBezTo>
                    <a:pt x="839855" y="408669"/>
                    <a:pt x="972098" y="401679"/>
                    <a:pt x="1085203" y="366920"/>
                  </a:cubicBezTo>
                  <a:cubicBezTo>
                    <a:pt x="1192748" y="351775"/>
                    <a:pt x="1297517" y="333622"/>
                    <a:pt x="1379723" y="297031"/>
                  </a:cubicBezTo>
                  <a:cubicBezTo>
                    <a:pt x="1485353" y="267270"/>
                    <a:pt x="1576353" y="209882"/>
                    <a:pt x="1646135" y="179716"/>
                  </a:cubicBezTo>
                  <a:cubicBezTo>
                    <a:pt x="1708889" y="142892"/>
                    <a:pt x="1762704" y="110657"/>
                    <a:pt x="1813559" y="84865"/>
                  </a:cubicBezTo>
                  <a:cubicBezTo>
                    <a:pt x="1859805" y="61394"/>
                    <a:pt x="1884528" y="67055"/>
                    <a:pt x="1924768" y="49920"/>
                  </a:cubicBezTo>
                  <a:cubicBezTo>
                    <a:pt x="1962856" y="35776"/>
                    <a:pt x="2042088" y="0"/>
                    <a:pt x="2042088" y="0"/>
                  </a:cubicBezTo>
                  <a:lnTo>
                    <a:pt x="2042088" y="0"/>
                  </a:lnTo>
                </a:path>
              </a:pathLst>
            </a:custGeom>
            <a:noFill/>
            <a:ln w="38100"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7526908"/>
                        <a:gd name="connsiteY0" fmla="*/ 207204 h 699119"/>
                        <a:gd name="connsiteX1" fmla="*/ 1130613 w 7526908"/>
                        <a:gd name="connsiteY1" fmla="*/ 513505 h 699119"/>
                        <a:gd name="connsiteX2" fmla="*/ 2666625 w 7526908"/>
                        <a:gd name="connsiteY2" fmla="*/ 689178 h 699119"/>
                        <a:gd name="connsiteX3" fmla="*/ 3999937 w 7526908"/>
                        <a:gd name="connsiteY3" fmla="*/ 662151 h 699119"/>
                        <a:gd name="connsiteX4" fmla="*/ 5085505 w 7526908"/>
                        <a:gd name="connsiteY4" fmla="*/ 536027 h 699119"/>
                        <a:gd name="connsiteX5" fmla="*/ 6067472 w 7526908"/>
                        <a:gd name="connsiteY5" fmla="*/ 324319 h 699119"/>
                        <a:gd name="connsiteX6" fmla="*/ 6684579 w 7526908"/>
                        <a:gd name="connsiteY6" fmla="*/ 153150 h 699119"/>
                        <a:gd name="connsiteX7" fmla="*/ 7094483 w 7526908"/>
                        <a:gd name="connsiteY7" fmla="*/ 90088 h 699119"/>
                        <a:gd name="connsiteX8" fmla="*/ 7526908 w 7526908"/>
                        <a:gd name="connsiteY8" fmla="*/ 0 h 699119"/>
                        <a:gd name="connsiteX9" fmla="*/ 7526908 w 7526908"/>
                        <a:gd name="connsiteY9" fmla="*/ 0 h 6991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526908" h="699119">
                          <a:moveTo>
                            <a:pt x="0" y="207204"/>
                          </a:moveTo>
                          <a:cubicBezTo>
                            <a:pt x="343088" y="320190"/>
                            <a:pt x="686176" y="433176"/>
                            <a:pt x="1130613" y="513505"/>
                          </a:cubicBezTo>
                          <a:cubicBezTo>
                            <a:pt x="1575051" y="593834"/>
                            <a:pt x="2188404" y="664404"/>
                            <a:pt x="2666625" y="689178"/>
                          </a:cubicBezTo>
                          <a:cubicBezTo>
                            <a:pt x="3144846" y="713952"/>
                            <a:pt x="3596790" y="687676"/>
                            <a:pt x="3999937" y="662151"/>
                          </a:cubicBezTo>
                          <a:cubicBezTo>
                            <a:pt x="4403084" y="636626"/>
                            <a:pt x="4740916" y="592332"/>
                            <a:pt x="5085505" y="536027"/>
                          </a:cubicBezTo>
                          <a:cubicBezTo>
                            <a:pt x="5430094" y="479722"/>
                            <a:pt x="5800960" y="388132"/>
                            <a:pt x="6067472" y="324319"/>
                          </a:cubicBezTo>
                          <a:cubicBezTo>
                            <a:pt x="6333984" y="260506"/>
                            <a:pt x="6513411" y="192188"/>
                            <a:pt x="6684579" y="153150"/>
                          </a:cubicBezTo>
                          <a:cubicBezTo>
                            <a:pt x="6855747" y="114112"/>
                            <a:pt x="6954095" y="115613"/>
                            <a:pt x="7094483" y="90088"/>
                          </a:cubicBezTo>
                          <a:cubicBezTo>
                            <a:pt x="7234871" y="64563"/>
                            <a:pt x="7526908" y="0"/>
                            <a:pt x="7526908" y="0"/>
                          </a:cubicBezTo>
                          <a:lnTo>
                            <a:pt x="7526908" y="0"/>
                          </a:lnTo>
                        </a:path>
                      </a:pathLst>
                    </a:cu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00D58FB-603E-20B3-E25C-4410778B63CA}"/>
                    </a:ext>
                  </a:extLst>
                </p14:cNvPr>
                <p14:cNvContentPartPr/>
                <p14:nvPr/>
              </p14:nvContentPartPr>
              <p14:xfrm>
                <a:off x="2679916" y="291254"/>
                <a:ext cx="7360200" cy="646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DA5C470-6801-C9EE-EC5C-BE90BF4878B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99990" y="-33470"/>
                  <a:ext cx="7519732" cy="12949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23ACF33-C7F4-C055-0BC6-1CD36C1A3794}"/>
                    </a:ext>
                  </a:extLst>
                </p14:cNvPr>
                <p14:cNvContentPartPr/>
                <p14:nvPr/>
              </p14:nvContentPartPr>
              <p14:xfrm>
                <a:off x="2679916" y="490694"/>
                <a:ext cx="7250400" cy="645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927887C-36AF-E0E7-955E-98EF94B01CE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99992" y="166187"/>
                  <a:ext cx="7409929" cy="129348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72054014-3C85-E3F5-6FC3-8DFD40CB496B}"/>
              </a:ext>
            </a:extLst>
          </p:cNvPr>
          <p:cNvGrpSpPr/>
          <p:nvPr/>
        </p:nvGrpSpPr>
        <p:grpSpPr>
          <a:xfrm>
            <a:off x="6248171" y="2474573"/>
            <a:ext cx="3988946" cy="423893"/>
            <a:chOff x="3657600" y="1958801"/>
            <a:chExt cx="5432866" cy="511746"/>
          </a:xfrm>
        </p:grpSpPr>
        <p:sp>
          <p:nvSpPr>
            <p:cNvPr id="115" name="Freeform: Shape 65">
              <a:extLst>
                <a:ext uri="{FF2B5EF4-FFF2-40B4-BE49-F238E27FC236}">
                  <a16:creationId xmlns:a16="http://schemas.microsoft.com/office/drawing/2014/main" id="{1AB11112-C25A-C56E-03B9-3A6C0EFCC1B8}"/>
                </a:ext>
              </a:extLst>
            </p:cNvPr>
            <p:cNvSpPr/>
            <p:nvPr/>
          </p:nvSpPr>
          <p:spPr>
            <a:xfrm>
              <a:off x="3657600" y="1981885"/>
              <a:ext cx="5355968" cy="488662"/>
            </a:xfrm>
            <a:custGeom>
              <a:avLst/>
              <a:gdLst>
                <a:gd name="connsiteX0" fmla="*/ 0 w 5053974"/>
                <a:gd name="connsiteY0" fmla="*/ 23173 h 543300"/>
                <a:gd name="connsiteX1" fmla="*/ 837825 w 5053974"/>
                <a:gd name="connsiteY1" fmla="*/ 284430 h 543300"/>
                <a:gd name="connsiteX2" fmla="*/ 1310790 w 5053974"/>
                <a:gd name="connsiteY2" fmla="*/ 406050 h 543300"/>
                <a:gd name="connsiteX3" fmla="*/ 1441419 w 5053974"/>
                <a:gd name="connsiteY3" fmla="*/ 221368 h 543300"/>
                <a:gd name="connsiteX4" fmla="*/ 1603578 w 5053974"/>
                <a:gd name="connsiteY4" fmla="*/ 90739 h 543300"/>
                <a:gd name="connsiteX5" fmla="*/ 1698171 w 5053974"/>
                <a:gd name="connsiteY5" fmla="*/ 248394 h 543300"/>
                <a:gd name="connsiteX6" fmla="*/ 1806278 w 5053974"/>
                <a:gd name="connsiteY6" fmla="*/ 370014 h 543300"/>
                <a:gd name="connsiteX7" fmla="*/ 2045013 w 5053974"/>
                <a:gd name="connsiteY7" fmla="*/ 311456 h 543300"/>
                <a:gd name="connsiteX8" fmla="*/ 2247712 w 5053974"/>
                <a:gd name="connsiteY8" fmla="*/ 113261 h 543300"/>
                <a:gd name="connsiteX9" fmla="*/ 2382845 w 5053974"/>
                <a:gd name="connsiteY9" fmla="*/ 230377 h 543300"/>
                <a:gd name="connsiteX10" fmla="*/ 2468430 w 5053974"/>
                <a:gd name="connsiteY10" fmla="*/ 379023 h 543300"/>
                <a:gd name="connsiteX11" fmla="*/ 2999953 w 5053974"/>
                <a:gd name="connsiteY11" fmla="*/ 541183 h 543300"/>
                <a:gd name="connsiteX12" fmla="*/ 3549494 w 5053974"/>
                <a:gd name="connsiteY12" fmla="*/ 257403 h 543300"/>
                <a:gd name="connsiteX13" fmla="*/ 3779220 w 5053974"/>
                <a:gd name="connsiteY13" fmla="*/ 149297 h 543300"/>
                <a:gd name="connsiteX14" fmla="*/ 4387318 w 5053974"/>
                <a:gd name="connsiteY14" fmla="*/ 288934 h 543300"/>
                <a:gd name="connsiteX15" fmla="*/ 4585513 w 5053974"/>
                <a:gd name="connsiteY15" fmla="*/ 162810 h 543300"/>
                <a:gd name="connsiteX16" fmla="*/ 4851275 w 5053974"/>
                <a:gd name="connsiteY16" fmla="*/ 45695 h 543300"/>
                <a:gd name="connsiteX17" fmla="*/ 5004426 w 5053974"/>
                <a:gd name="connsiteY17" fmla="*/ 651 h 543300"/>
                <a:gd name="connsiteX18" fmla="*/ 5053974 w 5053974"/>
                <a:gd name="connsiteY18" fmla="*/ 23173 h 54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053974" h="543300">
                  <a:moveTo>
                    <a:pt x="0" y="23173"/>
                  </a:moveTo>
                  <a:lnTo>
                    <a:pt x="837825" y="284430"/>
                  </a:lnTo>
                  <a:cubicBezTo>
                    <a:pt x="1056290" y="348243"/>
                    <a:pt x="1210191" y="416560"/>
                    <a:pt x="1310790" y="406050"/>
                  </a:cubicBezTo>
                  <a:cubicBezTo>
                    <a:pt x="1411389" y="395540"/>
                    <a:pt x="1392621" y="273920"/>
                    <a:pt x="1441419" y="221368"/>
                  </a:cubicBezTo>
                  <a:cubicBezTo>
                    <a:pt x="1490217" y="168816"/>
                    <a:pt x="1560786" y="86235"/>
                    <a:pt x="1603578" y="90739"/>
                  </a:cubicBezTo>
                  <a:cubicBezTo>
                    <a:pt x="1646370" y="95243"/>
                    <a:pt x="1664388" y="201848"/>
                    <a:pt x="1698171" y="248394"/>
                  </a:cubicBezTo>
                  <a:cubicBezTo>
                    <a:pt x="1731954" y="294940"/>
                    <a:pt x="1748471" y="359504"/>
                    <a:pt x="1806278" y="370014"/>
                  </a:cubicBezTo>
                  <a:cubicBezTo>
                    <a:pt x="1864085" y="380524"/>
                    <a:pt x="1971441" y="354248"/>
                    <a:pt x="2045013" y="311456"/>
                  </a:cubicBezTo>
                  <a:cubicBezTo>
                    <a:pt x="2118585" y="268664"/>
                    <a:pt x="2191407" y="126774"/>
                    <a:pt x="2247712" y="113261"/>
                  </a:cubicBezTo>
                  <a:cubicBezTo>
                    <a:pt x="2304017" y="99748"/>
                    <a:pt x="2346059" y="186083"/>
                    <a:pt x="2382845" y="230377"/>
                  </a:cubicBezTo>
                  <a:cubicBezTo>
                    <a:pt x="2419631" y="274671"/>
                    <a:pt x="2365579" y="327222"/>
                    <a:pt x="2468430" y="379023"/>
                  </a:cubicBezTo>
                  <a:cubicBezTo>
                    <a:pt x="2571281" y="430824"/>
                    <a:pt x="2819776" y="561453"/>
                    <a:pt x="2999953" y="541183"/>
                  </a:cubicBezTo>
                  <a:cubicBezTo>
                    <a:pt x="3180130" y="520913"/>
                    <a:pt x="3419616" y="322717"/>
                    <a:pt x="3549494" y="257403"/>
                  </a:cubicBezTo>
                  <a:cubicBezTo>
                    <a:pt x="3679372" y="192089"/>
                    <a:pt x="3639583" y="144042"/>
                    <a:pt x="3779220" y="149297"/>
                  </a:cubicBezTo>
                  <a:cubicBezTo>
                    <a:pt x="3918857" y="154552"/>
                    <a:pt x="4252936" y="286682"/>
                    <a:pt x="4387318" y="288934"/>
                  </a:cubicBezTo>
                  <a:cubicBezTo>
                    <a:pt x="4521700" y="291186"/>
                    <a:pt x="4508187" y="203350"/>
                    <a:pt x="4585513" y="162810"/>
                  </a:cubicBezTo>
                  <a:cubicBezTo>
                    <a:pt x="4662839" y="122270"/>
                    <a:pt x="4781456" y="72721"/>
                    <a:pt x="4851275" y="45695"/>
                  </a:cubicBezTo>
                  <a:cubicBezTo>
                    <a:pt x="4921094" y="18669"/>
                    <a:pt x="4970643" y="4405"/>
                    <a:pt x="5004426" y="651"/>
                  </a:cubicBezTo>
                  <a:cubicBezTo>
                    <a:pt x="5038209" y="-3103"/>
                    <a:pt x="5046091" y="10035"/>
                    <a:pt x="5053974" y="23173"/>
                  </a:cubicBezTo>
                </a:path>
              </a:pathLst>
            </a:cu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Freeform: Shape 66">
              <a:extLst>
                <a:ext uri="{FF2B5EF4-FFF2-40B4-BE49-F238E27FC236}">
                  <a16:creationId xmlns:a16="http://schemas.microsoft.com/office/drawing/2014/main" id="{64345A30-778D-75D4-F329-62E082E1D85C}"/>
                </a:ext>
              </a:extLst>
            </p:cNvPr>
            <p:cNvSpPr/>
            <p:nvPr/>
          </p:nvSpPr>
          <p:spPr>
            <a:xfrm>
              <a:off x="3734498" y="1981885"/>
              <a:ext cx="5279070" cy="284508"/>
            </a:xfrm>
            <a:custGeom>
              <a:avLst/>
              <a:gdLst>
                <a:gd name="connsiteX0" fmla="*/ 0 w 5005649"/>
                <a:gd name="connsiteY0" fmla="*/ 0 h 853152"/>
                <a:gd name="connsiteX1" fmla="*/ 409904 w 5005649"/>
                <a:gd name="connsiteY1" fmla="*/ 144142 h 853152"/>
                <a:gd name="connsiteX2" fmla="*/ 662152 w 5005649"/>
                <a:gd name="connsiteY2" fmla="*/ 76575 h 853152"/>
                <a:gd name="connsiteX3" fmla="*/ 887374 w 5005649"/>
                <a:gd name="connsiteY3" fmla="*/ 166664 h 853152"/>
                <a:gd name="connsiteX4" fmla="*/ 891878 w 5005649"/>
                <a:gd name="connsiteY4" fmla="*/ 360354 h 853152"/>
                <a:gd name="connsiteX5" fmla="*/ 1387366 w 5005649"/>
                <a:gd name="connsiteY5" fmla="*/ 405399 h 853152"/>
                <a:gd name="connsiteX6" fmla="*/ 1630605 w 5005649"/>
                <a:gd name="connsiteY6" fmla="*/ 297292 h 853152"/>
                <a:gd name="connsiteX7" fmla="*/ 2049518 w 5005649"/>
                <a:gd name="connsiteY7" fmla="*/ 81080 h 853152"/>
                <a:gd name="connsiteX8" fmla="*/ 2238704 w 5005649"/>
                <a:gd name="connsiteY8" fmla="*/ 414408 h 853152"/>
                <a:gd name="connsiteX9" fmla="*/ 2779236 w 5005649"/>
                <a:gd name="connsiteY9" fmla="*/ 319815 h 853152"/>
                <a:gd name="connsiteX10" fmla="*/ 2999953 w 5005649"/>
                <a:gd name="connsiteY10" fmla="*/ 189186 h 853152"/>
                <a:gd name="connsiteX11" fmla="*/ 3193644 w 5005649"/>
                <a:gd name="connsiteY11" fmla="*/ 216213 h 853152"/>
                <a:gd name="connsiteX12" fmla="*/ 3774716 w 5005649"/>
                <a:gd name="connsiteY12" fmla="*/ 423416 h 853152"/>
                <a:gd name="connsiteX13" fmla="*/ 4414345 w 5005649"/>
                <a:gd name="connsiteY13" fmla="*/ 499992 h 853152"/>
                <a:gd name="connsiteX14" fmla="*/ 4837762 w 5005649"/>
                <a:gd name="connsiteY14" fmla="*/ 810798 h 853152"/>
                <a:gd name="connsiteX15" fmla="*/ 4990913 w 5005649"/>
                <a:gd name="connsiteY15" fmla="*/ 851338 h 853152"/>
                <a:gd name="connsiteX16" fmla="*/ 4990913 w 5005649"/>
                <a:gd name="connsiteY16" fmla="*/ 842329 h 853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005649" h="853152">
                  <a:moveTo>
                    <a:pt x="0" y="0"/>
                  </a:moveTo>
                  <a:cubicBezTo>
                    <a:pt x="149772" y="65690"/>
                    <a:pt x="299545" y="131380"/>
                    <a:pt x="409904" y="144142"/>
                  </a:cubicBezTo>
                  <a:cubicBezTo>
                    <a:pt x="520263" y="156904"/>
                    <a:pt x="582574" y="72821"/>
                    <a:pt x="662152" y="76575"/>
                  </a:cubicBezTo>
                  <a:cubicBezTo>
                    <a:pt x="741730" y="80329"/>
                    <a:pt x="849086" y="119368"/>
                    <a:pt x="887374" y="166664"/>
                  </a:cubicBezTo>
                  <a:cubicBezTo>
                    <a:pt x="925662" y="213961"/>
                    <a:pt x="808546" y="320565"/>
                    <a:pt x="891878" y="360354"/>
                  </a:cubicBezTo>
                  <a:cubicBezTo>
                    <a:pt x="975210" y="400143"/>
                    <a:pt x="1264245" y="415909"/>
                    <a:pt x="1387366" y="405399"/>
                  </a:cubicBezTo>
                  <a:cubicBezTo>
                    <a:pt x="1510487" y="394889"/>
                    <a:pt x="1520246" y="351345"/>
                    <a:pt x="1630605" y="297292"/>
                  </a:cubicBezTo>
                  <a:cubicBezTo>
                    <a:pt x="1740964" y="243239"/>
                    <a:pt x="1948168" y="61561"/>
                    <a:pt x="2049518" y="81080"/>
                  </a:cubicBezTo>
                  <a:cubicBezTo>
                    <a:pt x="2150868" y="100599"/>
                    <a:pt x="2117084" y="374619"/>
                    <a:pt x="2238704" y="414408"/>
                  </a:cubicBezTo>
                  <a:cubicBezTo>
                    <a:pt x="2360324" y="454197"/>
                    <a:pt x="2652361" y="357352"/>
                    <a:pt x="2779236" y="319815"/>
                  </a:cubicBezTo>
                  <a:cubicBezTo>
                    <a:pt x="2906111" y="282278"/>
                    <a:pt x="2930885" y="206453"/>
                    <a:pt x="2999953" y="189186"/>
                  </a:cubicBezTo>
                  <a:cubicBezTo>
                    <a:pt x="3069021" y="171919"/>
                    <a:pt x="3064517" y="177175"/>
                    <a:pt x="3193644" y="216213"/>
                  </a:cubicBezTo>
                  <a:cubicBezTo>
                    <a:pt x="3322771" y="255251"/>
                    <a:pt x="3571266" y="376120"/>
                    <a:pt x="3774716" y="423416"/>
                  </a:cubicBezTo>
                  <a:cubicBezTo>
                    <a:pt x="3978166" y="470712"/>
                    <a:pt x="4237171" y="435428"/>
                    <a:pt x="4414345" y="499992"/>
                  </a:cubicBezTo>
                  <a:cubicBezTo>
                    <a:pt x="4591519" y="564556"/>
                    <a:pt x="4741667" y="752240"/>
                    <a:pt x="4837762" y="810798"/>
                  </a:cubicBezTo>
                  <a:cubicBezTo>
                    <a:pt x="4933857" y="869356"/>
                    <a:pt x="4965388" y="846083"/>
                    <a:pt x="4990913" y="851338"/>
                  </a:cubicBezTo>
                  <a:cubicBezTo>
                    <a:pt x="5016438" y="856593"/>
                    <a:pt x="5003675" y="849461"/>
                    <a:pt x="4990913" y="842329"/>
                  </a:cubicBezTo>
                </a:path>
              </a:pathLst>
            </a:cu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Freeform: Shape 67">
              <a:extLst>
                <a:ext uri="{FF2B5EF4-FFF2-40B4-BE49-F238E27FC236}">
                  <a16:creationId xmlns:a16="http://schemas.microsoft.com/office/drawing/2014/main" id="{2C848C12-02DF-DF5B-86FB-7DB028F0BFC7}"/>
                </a:ext>
              </a:extLst>
            </p:cNvPr>
            <p:cNvSpPr/>
            <p:nvPr/>
          </p:nvSpPr>
          <p:spPr>
            <a:xfrm>
              <a:off x="3682431" y="1958801"/>
              <a:ext cx="5408035" cy="284508"/>
            </a:xfrm>
            <a:custGeom>
              <a:avLst/>
              <a:gdLst>
                <a:gd name="connsiteX0" fmla="*/ 0 w 4972895"/>
                <a:gd name="connsiteY0" fmla="*/ 76642 h 578323"/>
                <a:gd name="connsiteX1" fmla="*/ 486479 w 4972895"/>
                <a:gd name="connsiteY1" fmla="*/ 234297 h 578323"/>
                <a:gd name="connsiteX2" fmla="*/ 837825 w 4972895"/>
                <a:gd name="connsiteY2" fmla="*/ 297359 h 578323"/>
                <a:gd name="connsiteX3" fmla="*/ 1193675 w 4972895"/>
                <a:gd name="connsiteY3" fmla="*/ 117182 h 578323"/>
                <a:gd name="connsiteX4" fmla="*/ 1572048 w 4972895"/>
                <a:gd name="connsiteY4" fmla="*/ 58624 h 578323"/>
                <a:gd name="connsiteX5" fmla="*/ 1896367 w 4972895"/>
                <a:gd name="connsiteY5" fmla="*/ 270333 h 578323"/>
                <a:gd name="connsiteX6" fmla="*/ 2013482 w 4972895"/>
                <a:gd name="connsiteY6" fmla="*/ 513572 h 578323"/>
                <a:gd name="connsiteX7" fmla="*/ 2635094 w 4972895"/>
                <a:gd name="connsiteY7" fmla="*/ 301864 h 578323"/>
                <a:gd name="connsiteX8" fmla="*/ 2887342 w 4972895"/>
                <a:gd name="connsiteY8" fmla="*/ 67 h 578323"/>
                <a:gd name="connsiteX9" fmla="*/ 3252201 w 4972895"/>
                <a:gd name="connsiteY9" fmla="*/ 328890 h 578323"/>
                <a:gd name="connsiteX10" fmla="*/ 3513458 w 4972895"/>
                <a:gd name="connsiteY10" fmla="*/ 527085 h 578323"/>
                <a:gd name="connsiteX11" fmla="*/ 3900840 w 4972895"/>
                <a:gd name="connsiteY11" fmla="*/ 558616 h 578323"/>
                <a:gd name="connsiteX12" fmla="*/ 4076513 w 4972895"/>
                <a:gd name="connsiteY12" fmla="*/ 265828 h 578323"/>
                <a:gd name="connsiteX13" fmla="*/ 4513443 w 4972895"/>
                <a:gd name="connsiteY13" fmla="*/ 310873 h 578323"/>
                <a:gd name="connsiteX14" fmla="*/ 4851275 w 4972895"/>
                <a:gd name="connsiteY14" fmla="*/ 342404 h 578323"/>
                <a:gd name="connsiteX15" fmla="*/ 4972895 w 4972895"/>
                <a:gd name="connsiteY15" fmla="*/ 378439 h 578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72895" h="578323">
                  <a:moveTo>
                    <a:pt x="0" y="76642"/>
                  </a:moveTo>
                  <a:cubicBezTo>
                    <a:pt x="173421" y="137076"/>
                    <a:pt x="346842" y="197511"/>
                    <a:pt x="486479" y="234297"/>
                  </a:cubicBezTo>
                  <a:cubicBezTo>
                    <a:pt x="626116" y="271083"/>
                    <a:pt x="719959" y="316878"/>
                    <a:pt x="837825" y="297359"/>
                  </a:cubicBezTo>
                  <a:cubicBezTo>
                    <a:pt x="955691" y="277840"/>
                    <a:pt x="1071305" y="156971"/>
                    <a:pt x="1193675" y="117182"/>
                  </a:cubicBezTo>
                  <a:cubicBezTo>
                    <a:pt x="1316046" y="77393"/>
                    <a:pt x="1454933" y="33099"/>
                    <a:pt x="1572048" y="58624"/>
                  </a:cubicBezTo>
                  <a:cubicBezTo>
                    <a:pt x="1689163" y="84149"/>
                    <a:pt x="1822795" y="194508"/>
                    <a:pt x="1896367" y="270333"/>
                  </a:cubicBezTo>
                  <a:cubicBezTo>
                    <a:pt x="1969939" y="346158"/>
                    <a:pt x="1890361" y="508317"/>
                    <a:pt x="2013482" y="513572"/>
                  </a:cubicBezTo>
                  <a:cubicBezTo>
                    <a:pt x="2136603" y="518827"/>
                    <a:pt x="2489451" y="387448"/>
                    <a:pt x="2635094" y="301864"/>
                  </a:cubicBezTo>
                  <a:cubicBezTo>
                    <a:pt x="2780737" y="216280"/>
                    <a:pt x="2784491" y="-4437"/>
                    <a:pt x="2887342" y="67"/>
                  </a:cubicBezTo>
                  <a:cubicBezTo>
                    <a:pt x="2990193" y="4571"/>
                    <a:pt x="3147848" y="241054"/>
                    <a:pt x="3252201" y="328890"/>
                  </a:cubicBezTo>
                  <a:cubicBezTo>
                    <a:pt x="3356554" y="416726"/>
                    <a:pt x="3405351" y="488797"/>
                    <a:pt x="3513458" y="527085"/>
                  </a:cubicBezTo>
                  <a:cubicBezTo>
                    <a:pt x="3621565" y="565373"/>
                    <a:pt x="3806998" y="602159"/>
                    <a:pt x="3900840" y="558616"/>
                  </a:cubicBezTo>
                  <a:cubicBezTo>
                    <a:pt x="3994682" y="515073"/>
                    <a:pt x="3974413" y="307118"/>
                    <a:pt x="4076513" y="265828"/>
                  </a:cubicBezTo>
                  <a:cubicBezTo>
                    <a:pt x="4178613" y="224538"/>
                    <a:pt x="4513443" y="310873"/>
                    <a:pt x="4513443" y="310873"/>
                  </a:cubicBezTo>
                  <a:cubicBezTo>
                    <a:pt x="4642570" y="323636"/>
                    <a:pt x="4774700" y="331143"/>
                    <a:pt x="4851275" y="342404"/>
                  </a:cubicBezTo>
                  <a:cubicBezTo>
                    <a:pt x="4927850" y="353665"/>
                    <a:pt x="4950372" y="366052"/>
                    <a:pt x="4972895" y="378439"/>
                  </a:cubicBez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78D2A5F5-F4F1-E00A-1E19-FE1FC716E540}"/>
              </a:ext>
            </a:extLst>
          </p:cNvPr>
          <p:cNvGrpSpPr/>
          <p:nvPr/>
        </p:nvGrpSpPr>
        <p:grpSpPr>
          <a:xfrm>
            <a:off x="10210961" y="2521822"/>
            <a:ext cx="1628727" cy="468000"/>
            <a:chOff x="2626084" y="291254"/>
            <a:chExt cx="7526908" cy="844560"/>
          </a:xfrm>
        </p:grpSpPr>
        <p:sp>
          <p:nvSpPr>
            <p:cNvPr id="123" name="Freeform: Shape 29">
              <a:extLst>
                <a:ext uri="{FF2B5EF4-FFF2-40B4-BE49-F238E27FC236}">
                  <a16:creationId xmlns:a16="http://schemas.microsoft.com/office/drawing/2014/main" id="{E1F07A7F-0F05-EFE2-4A5A-19B790D3DA1F}"/>
                </a:ext>
              </a:extLst>
            </p:cNvPr>
            <p:cNvSpPr/>
            <p:nvPr/>
          </p:nvSpPr>
          <p:spPr>
            <a:xfrm>
              <a:off x="2626084" y="300395"/>
              <a:ext cx="7526908" cy="699119"/>
            </a:xfrm>
            <a:custGeom>
              <a:avLst/>
              <a:gdLst>
                <a:gd name="connsiteX0" fmla="*/ 0 w 1628727"/>
                <a:gd name="connsiteY0" fmla="*/ 114818 h 387406"/>
                <a:gd name="connsiteX1" fmla="*/ 244650 w 1628727"/>
                <a:gd name="connsiteY1" fmla="*/ 284550 h 387406"/>
                <a:gd name="connsiteX2" fmla="*/ 577023 w 1628727"/>
                <a:gd name="connsiteY2" fmla="*/ 381897 h 387406"/>
                <a:gd name="connsiteX3" fmla="*/ 865535 w 1628727"/>
                <a:gd name="connsiteY3" fmla="*/ 366920 h 387406"/>
                <a:gd name="connsiteX4" fmla="*/ 1100438 w 1628727"/>
                <a:gd name="connsiteY4" fmla="*/ 297031 h 387406"/>
                <a:gd name="connsiteX5" fmla="*/ 1312923 w 1628727"/>
                <a:gd name="connsiteY5" fmla="*/ 179716 h 387406"/>
                <a:gd name="connsiteX6" fmla="*/ 1446457 w 1628727"/>
                <a:gd name="connsiteY6" fmla="*/ 84865 h 387406"/>
                <a:gd name="connsiteX7" fmla="*/ 1535155 w 1628727"/>
                <a:gd name="connsiteY7" fmla="*/ 49920 h 387406"/>
                <a:gd name="connsiteX8" fmla="*/ 1628727 w 1628727"/>
                <a:gd name="connsiteY8" fmla="*/ 0 h 387406"/>
                <a:gd name="connsiteX9" fmla="*/ 1628727 w 1628727"/>
                <a:gd name="connsiteY9" fmla="*/ 0 h 387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8727" h="387406" extrusionOk="0">
                  <a:moveTo>
                    <a:pt x="0" y="114818"/>
                  </a:moveTo>
                  <a:cubicBezTo>
                    <a:pt x="71366" y="175656"/>
                    <a:pt x="141728" y="242571"/>
                    <a:pt x="244650" y="284550"/>
                  </a:cubicBezTo>
                  <a:cubicBezTo>
                    <a:pt x="342364" y="329388"/>
                    <a:pt x="461046" y="368566"/>
                    <a:pt x="577023" y="381897"/>
                  </a:cubicBezTo>
                  <a:cubicBezTo>
                    <a:pt x="679516" y="396590"/>
                    <a:pt x="775583" y="396080"/>
                    <a:pt x="865535" y="366920"/>
                  </a:cubicBezTo>
                  <a:cubicBezTo>
                    <a:pt x="945809" y="348967"/>
                    <a:pt x="1033766" y="332002"/>
                    <a:pt x="1100438" y="297031"/>
                  </a:cubicBezTo>
                  <a:cubicBezTo>
                    <a:pt x="1177783" y="266160"/>
                    <a:pt x="1256219" y="213089"/>
                    <a:pt x="1312923" y="179716"/>
                  </a:cubicBezTo>
                  <a:cubicBezTo>
                    <a:pt x="1369370" y="144168"/>
                    <a:pt x="1405679" y="110019"/>
                    <a:pt x="1446457" y="84865"/>
                  </a:cubicBezTo>
                  <a:cubicBezTo>
                    <a:pt x="1483353" y="61869"/>
                    <a:pt x="1504005" y="65138"/>
                    <a:pt x="1535155" y="49920"/>
                  </a:cubicBezTo>
                  <a:cubicBezTo>
                    <a:pt x="1565533" y="35776"/>
                    <a:pt x="1628727" y="0"/>
                    <a:pt x="1628727" y="0"/>
                  </a:cubicBezTo>
                  <a:lnTo>
                    <a:pt x="1628727" y="0"/>
                  </a:lnTo>
                </a:path>
              </a:pathLst>
            </a:custGeom>
            <a:noFill/>
            <a:ln w="38100"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7526908"/>
                        <a:gd name="connsiteY0" fmla="*/ 207204 h 699119"/>
                        <a:gd name="connsiteX1" fmla="*/ 1130613 w 7526908"/>
                        <a:gd name="connsiteY1" fmla="*/ 513505 h 699119"/>
                        <a:gd name="connsiteX2" fmla="*/ 2666625 w 7526908"/>
                        <a:gd name="connsiteY2" fmla="*/ 689178 h 699119"/>
                        <a:gd name="connsiteX3" fmla="*/ 3999937 w 7526908"/>
                        <a:gd name="connsiteY3" fmla="*/ 662151 h 699119"/>
                        <a:gd name="connsiteX4" fmla="*/ 5085505 w 7526908"/>
                        <a:gd name="connsiteY4" fmla="*/ 536027 h 699119"/>
                        <a:gd name="connsiteX5" fmla="*/ 6067472 w 7526908"/>
                        <a:gd name="connsiteY5" fmla="*/ 324319 h 699119"/>
                        <a:gd name="connsiteX6" fmla="*/ 6684579 w 7526908"/>
                        <a:gd name="connsiteY6" fmla="*/ 153150 h 699119"/>
                        <a:gd name="connsiteX7" fmla="*/ 7094483 w 7526908"/>
                        <a:gd name="connsiteY7" fmla="*/ 90088 h 699119"/>
                        <a:gd name="connsiteX8" fmla="*/ 7526908 w 7526908"/>
                        <a:gd name="connsiteY8" fmla="*/ 0 h 699119"/>
                        <a:gd name="connsiteX9" fmla="*/ 7526908 w 7526908"/>
                        <a:gd name="connsiteY9" fmla="*/ 0 h 6991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526908" h="699119">
                          <a:moveTo>
                            <a:pt x="0" y="207204"/>
                          </a:moveTo>
                          <a:cubicBezTo>
                            <a:pt x="343088" y="320190"/>
                            <a:pt x="686176" y="433176"/>
                            <a:pt x="1130613" y="513505"/>
                          </a:cubicBezTo>
                          <a:cubicBezTo>
                            <a:pt x="1575051" y="593834"/>
                            <a:pt x="2188404" y="664404"/>
                            <a:pt x="2666625" y="689178"/>
                          </a:cubicBezTo>
                          <a:cubicBezTo>
                            <a:pt x="3144846" y="713952"/>
                            <a:pt x="3596790" y="687676"/>
                            <a:pt x="3999937" y="662151"/>
                          </a:cubicBezTo>
                          <a:cubicBezTo>
                            <a:pt x="4403084" y="636626"/>
                            <a:pt x="4740916" y="592332"/>
                            <a:pt x="5085505" y="536027"/>
                          </a:cubicBezTo>
                          <a:cubicBezTo>
                            <a:pt x="5430094" y="479722"/>
                            <a:pt x="5800960" y="388132"/>
                            <a:pt x="6067472" y="324319"/>
                          </a:cubicBezTo>
                          <a:cubicBezTo>
                            <a:pt x="6333984" y="260506"/>
                            <a:pt x="6513411" y="192188"/>
                            <a:pt x="6684579" y="153150"/>
                          </a:cubicBezTo>
                          <a:cubicBezTo>
                            <a:pt x="6855747" y="114112"/>
                            <a:pt x="6954095" y="115613"/>
                            <a:pt x="7094483" y="90088"/>
                          </a:cubicBezTo>
                          <a:cubicBezTo>
                            <a:pt x="7234871" y="64563"/>
                            <a:pt x="7526908" y="0"/>
                            <a:pt x="7526908" y="0"/>
                          </a:cubicBezTo>
                          <a:lnTo>
                            <a:pt x="7526908" y="0"/>
                          </a:lnTo>
                        </a:path>
                      </a:pathLst>
                    </a:cu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7D90734-9C04-6DD4-B448-94FE495D0550}"/>
                    </a:ext>
                  </a:extLst>
                </p14:cNvPr>
                <p14:cNvContentPartPr/>
                <p14:nvPr/>
              </p14:nvContentPartPr>
              <p14:xfrm>
                <a:off x="2679916" y="291254"/>
                <a:ext cx="7360200" cy="646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DA5C470-6801-C9EE-EC5C-BE90BF4878B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99990" y="-33470"/>
                  <a:ext cx="7519732" cy="12949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073A5A7-5566-FE32-697F-DA0F8092CBEA}"/>
                    </a:ext>
                  </a:extLst>
                </p14:cNvPr>
                <p14:cNvContentPartPr/>
                <p14:nvPr/>
              </p14:nvContentPartPr>
              <p14:xfrm>
                <a:off x="2679916" y="490694"/>
                <a:ext cx="7250400" cy="645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927887C-36AF-E0E7-955E-98EF94B01CE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99992" y="166187"/>
                  <a:ext cx="7409929" cy="129348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808A0BCA-6B7F-345D-C77A-D979F8250AA8}"/>
              </a:ext>
            </a:extLst>
          </p:cNvPr>
          <p:cNvGrpSpPr/>
          <p:nvPr/>
        </p:nvGrpSpPr>
        <p:grpSpPr>
          <a:xfrm>
            <a:off x="7270837" y="3177352"/>
            <a:ext cx="3454679" cy="423893"/>
            <a:chOff x="3657600" y="1958801"/>
            <a:chExt cx="5432866" cy="511746"/>
          </a:xfrm>
        </p:grpSpPr>
        <p:sp>
          <p:nvSpPr>
            <p:cNvPr id="127" name="Freeform: Shape 65">
              <a:extLst>
                <a:ext uri="{FF2B5EF4-FFF2-40B4-BE49-F238E27FC236}">
                  <a16:creationId xmlns:a16="http://schemas.microsoft.com/office/drawing/2014/main" id="{4F02DB71-29EF-B1BB-FD3A-B365D45304DA}"/>
                </a:ext>
              </a:extLst>
            </p:cNvPr>
            <p:cNvSpPr/>
            <p:nvPr/>
          </p:nvSpPr>
          <p:spPr>
            <a:xfrm>
              <a:off x="3657600" y="1981885"/>
              <a:ext cx="5355968" cy="488662"/>
            </a:xfrm>
            <a:custGeom>
              <a:avLst/>
              <a:gdLst>
                <a:gd name="connsiteX0" fmla="*/ 0 w 5053974"/>
                <a:gd name="connsiteY0" fmla="*/ 23173 h 543300"/>
                <a:gd name="connsiteX1" fmla="*/ 837825 w 5053974"/>
                <a:gd name="connsiteY1" fmla="*/ 284430 h 543300"/>
                <a:gd name="connsiteX2" fmla="*/ 1310790 w 5053974"/>
                <a:gd name="connsiteY2" fmla="*/ 406050 h 543300"/>
                <a:gd name="connsiteX3" fmla="*/ 1441419 w 5053974"/>
                <a:gd name="connsiteY3" fmla="*/ 221368 h 543300"/>
                <a:gd name="connsiteX4" fmla="*/ 1603578 w 5053974"/>
                <a:gd name="connsiteY4" fmla="*/ 90739 h 543300"/>
                <a:gd name="connsiteX5" fmla="*/ 1698171 w 5053974"/>
                <a:gd name="connsiteY5" fmla="*/ 248394 h 543300"/>
                <a:gd name="connsiteX6" fmla="*/ 1806278 w 5053974"/>
                <a:gd name="connsiteY6" fmla="*/ 370014 h 543300"/>
                <a:gd name="connsiteX7" fmla="*/ 2045013 w 5053974"/>
                <a:gd name="connsiteY7" fmla="*/ 311456 h 543300"/>
                <a:gd name="connsiteX8" fmla="*/ 2247712 w 5053974"/>
                <a:gd name="connsiteY8" fmla="*/ 113261 h 543300"/>
                <a:gd name="connsiteX9" fmla="*/ 2382845 w 5053974"/>
                <a:gd name="connsiteY9" fmla="*/ 230377 h 543300"/>
                <a:gd name="connsiteX10" fmla="*/ 2468430 w 5053974"/>
                <a:gd name="connsiteY10" fmla="*/ 379023 h 543300"/>
                <a:gd name="connsiteX11" fmla="*/ 2999953 w 5053974"/>
                <a:gd name="connsiteY11" fmla="*/ 541183 h 543300"/>
                <a:gd name="connsiteX12" fmla="*/ 3549494 w 5053974"/>
                <a:gd name="connsiteY12" fmla="*/ 257403 h 543300"/>
                <a:gd name="connsiteX13" fmla="*/ 3779220 w 5053974"/>
                <a:gd name="connsiteY13" fmla="*/ 149297 h 543300"/>
                <a:gd name="connsiteX14" fmla="*/ 4387318 w 5053974"/>
                <a:gd name="connsiteY14" fmla="*/ 288934 h 543300"/>
                <a:gd name="connsiteX15" fmla="*/ 4585513 w 5053974"/>
                <a:gd name="connsiteY15" fmla="*/ 162810 h 543300"/>
                <a:gd name="connsiteX16" fmla="*/ 4851275 w 5053974"/>
                <a:gd name="connsiteY16" fmla="*/ 45695 h 543300"/>
                <a:gd name="connsiteX17" fmla="*/ 5004426 w 5053974"/>
                <a:gd name="connsiteY17" fmla="*/ 651 h 543300"/>
                <a:gd name="connsiteX18" fmla="*/ 5053974 w 5053974"/>
                <a:gd name="connsiteY18" fmla="*/ 23173 h 54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053974" h="543300">
                  <a:moveTo>
                    <a:pt x="0" y="23173"/>
                  </a:moveTo>
                  <a:lnTo>
                    <a:pt x="837825" y="284430"/>
                  </a:lnTo>
                  <a:cubicBezTo>
                    <a:pt x="1056290" y="348243"/>
                    <a:pt x="1210191" y="416560"/>
                    <a:pt x="1310790" y="406050"/>
                  </a:cubicBezTo>
                  <a:cubicBezTo>
                    <a:pt x="1411389" y="395540"/>
                    <a:pt x="1392621" y="273920"/>
                    <a:pt x="1441419" y="221368"/>
                  </a:cubicBezTo>
                  <a:cubicBezTo>
                    <a:pt x="1490217" y="168816"/>
                    <a:pt x="1560786" y="86235"/>
                    <a:pt x="1603578" y="90739"/>
                  </a:cubicBezTo>
                  <a:cubicBezTo>
                    <a:pt x="1646370" y="95243"/>
                    <a:pt x="1664388" y="201848"/>
                    <a:pt x="1698171" y="248394"/>
                  </a:cubicBezTo>
                  <a:cubicBezTo>
                    <a:pt x="1731954" y="294940"/>
                    <a:pt x="1748471" y="359504"/>
                    <a:pt x="1806278" y="370014"/>
                  </a:cubicBezTo>
                  <a:cubicBezTo>
                    <a:pt x="1864085" y="380524"/>
                    <a:pt x="1971441" y="354248"/>
                    <a:pt x="2045013" y="311456"/>
                  </a:cubicBezTo>
                  <a:cubicBezTo>
                    <a:pt x="2118585" y="268664"/>
                    <a:pt x="2191407" y="126774"/>
                    <a:pt x="2247712" y="113261"/>
                  </a:cubicBezTo>
                  <a:cubicBezTo>
                    <a:pt x="2304017" y="99748"/>
                    <a:pt x="2346059" y="186083"/>
                    <a:pt x="2382845" y="230377"/>
                  </a:cubicBezTo>
                  <a:cubicBezTo>
                    <a:pt x="2419631" y="274671"/>
                    <a:pt x="2365579" y="327222"/>
                    <a:pt x="2468430" y="379023"/>
                  </a:cubicBezTo>
                  <a:cubicBezTo>
                    <a:pt x="2571281" y="430824"/>
                    <a:pt x="2819776" y="561453"/>
                    <a:pt x="2999953" y="541183"/>
                  </a:cubicBezTo>
                  <a:cubicBezTo>
                    <a:pt x="3180130" y="520913"/>
                    <a:pt x="3419616" y="322717"/>
                    <a:pt x="3549494" y="257403"/>
                  </a:cubicBezTo>
                  <a:cubicBezTo>
                    <a:pt x="3679372" y="192089"/>
                    <a:pt x="3639583" y="144042"/>
                    <a:pt x="3779220" y="149297"/>
                  </a:cubicBezTo>
                  <a:cubicBezTo>
                    <a:pt x="3918857" y="154552"/>
                    <a:pt x="4252936" y="286682"/>
                    <a:pt x="4387318" y="288934"/>
                  </a:cubicBezTo>
                  <a:cubicBezTo>
                    <a:pt x="4521700" y="291186"/>
                    <a:pt x="4508187" y="203350"/>
                    <a:pt x="4585513" y="162810"/>
                  </a:cubicBezTo>
                  <a:cubicBezTo>
                    <a:pt x="4662839" y="122270"/>
                    <a:pt x="4781456" y="72721"/>
                    <a:pt x="4851275" y="45695"/>
                  </a:cubicBezTo>
                  <a:cubicBezTo>
                    <a:pt x="4921094" y="18669"/>
                    <a:pt x="4970643" y="4405"/>
                    <a:pt x="5004426" y="651"/>
                  </a:cubicBezTo>
                  <a:cubicBezTo>
                    <a:pt x="5038209" y="-3103"/>
                    <a:pt x="5046091" y="10035"/>
                    <a:pt x="5053974" y="23173"/>
                  </a:cubicBezTo>
                </a:path>
              </a:pathLst>
            </a:cu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Freeform: Shape 66">
              <a:extLst>
                <a:ext uri="{FF2B5EF4-FFF2-40B4-BE49-F238E27FC236}">
                  <a16:creationId xmlns:a16="http://schemas.microsoft.com/office/drawing/2014/main" id="{C702DC1B-E3E2-7B24-AE81-1923C5FE10E7}"/>
                </a:ext>
              </a:extLst>
            </p:cNvPr>
            <p:cNvSpPr/>
            <p:nvPr/>
          </p:nvSpPr>
          <p:spPr>
            <a:xfrm>
              <a:off x="3734498" y="1981885"/>
              <a:ext cx="5279070" cy="284508"/>
            </a:xfrm>
            <a:custGeom>
              <a:avLst/>
              <a:gdLst>
                <a:gd name="connsiteX0" fmla="*/ 0 w 5005649"/>
                <a:gd name="connsiteY0" fmla="*/ 0 h 853152"/>
                <a:gd name="connsiteX1" fmla="*/ 409904 w 5005649"/>
                <a:gd name="connsiteY1" fmla="*/ 144142 h 853152"/>
                <a:gd name="connsiteX2" fmla="*/ 662152 w 5005649"/>
                <a:gd name="connsiteY2" fmla="*/ 76575 h 853152"/>
                <a:gd name="connsiteX3" fmla="*/ 887374 w 5005649"/>
                <a:gd name="connsiteY3" fmla="*/ 166664 h 853152"/>
                <a:gd name="connsiteX4" fmla="*/ 891878 w 5005649"/>
                <a:gd name="connsiteY4" fmla="*/ 360354 h 853152"/>
                <a:gd name="connsiteX5" fmla="*/ 1387366 w 5005649"/>
                <a:gd name="connsiteY5" fmla="*/ 405399 h 853152"/>
                <a:gd name="connsiteX6" fmla="*/ 1630605 w 5005649"/>
                <a:gd name="connsiteY6" fmla="*/ 297292 h 853152"/>
                <a:gd name="connsiteX7" fmla="*/ 2049518 w 5005649"/>
                <a:gd name="connsiteY7" fmla="*/ 81080 h 853152"/>
                <a:gd name="connsiteX8" fmla="*/ 2238704 w 5005649"/>
                <a:gd name="connsiteY8" fmla="*/ 414408 h 853152"/>
                <a:gd name="connsiteX9" fmla="*/ 2779236 w 5005649"/>
                <a:gd name="connsiteY9" fmla="*/ 319815 h 853152"/>
                <a:gd name="connsiteX10" fmla="*/ 2999953 w 5005649"/>
                <a:gd name="connsiteY10" fmla="*/ 189186 h 853152"/>
                <a:gd name="connsiteX11" fmla="*/ 3193644 w 5005649"/>
                <a:gd name="connsiteY11" fmla="*/ 216213 h 853152"/>
                <a:gd name="connsiteX12" fmla="*/ 3774716 w 5005649"/>
                <a:gd name="connsiteY12" fmla="*/ 423416 h 853152"/>
                <a:gd name="connsiteX13" fmla="*/ 4414345 w 5005649"/>
                <a:gd name="connsiteY13" fmla="*/ 499992 h 853152"/>
                <a:gd name="connsiteX14" fmla="*/ 4837762 w 5005649"/>
                <a:gd name="connsiteY14" fmla="*/ 810798 h 853152"/>
                <a:gd name="connsiteX15" fmla="*/ 4990913 w 5005649"/>
                <a:gd name="connsiteY15" fmla="*/ 851338 h 853152"/>
                <a:gd name="connsiteX16" fmla="*/ 4990913 w 5005649"/>
                <a:gd name="connsiteY16" fmla="*/ 842329 h 853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005649" h="853152">
                  <a:moveTo>
                    <a:pt x="0" y="0"/>
                  </a:moveTo>
                  <a:cubicBezTo>
                    <a:pt x="149772" y="65690"/>
                    <a:pt x="299545" y="131380"/>
                    <a:pt x="409904" y="144142"/>
                  </a:cubicBezTo>
                  <a:cubicBezTo>
                    <a:pt x="520263" y="156904"/>
                    <a:pt x="582574" y="72821"/>
                    <a:pt x="662152" y="76575"/>
                  </a:cubicBezTo>
                  <a:cubicBezTo>
                    <a:pt x="741730" y="80329"/>
                    <a:pt x="849086" y="119368"/>
                    <a:pt x="887374" y="166664"/>
                  </a:cubicBezTo>
                  <a:cubicBezTo>
                    <a:pt x="925662" y="213961"/>
                    <a:pt x="808546" y="320565"/>
                    <a:pt x="891878" y="360354"/>
                  </a:cubicBezTo>
                  <a:cubicBezTo>
                    <a:pt x="975210" y="400143"/>
                    <a:pt x="1264245" y="415909"/>
                    <a:pt x="1387366" y="405399"/>
                  </a:cubicBezTo>
                  <a:cubicBezTo>
                    <a:pt x="1510487" y="394889"/>
                    <a:pt x="1520246" y="351345"/>
                    <a:pt x="1630605" y="297292"/>
                  </a:cubicBezTo>
                  <a:cubicBezTo>
                    <a:pt x="1740964" y="243239"/>
                    <a:pt x="1948168" y="61561"/>
                    <a:pt x="2049518" y="81080"/>
                  </a:cubicBezTo>
                  <a:cubicBezTo>
                    <a:pt x="2150868" y="100599"/>
                    <a:pt x="2117084" y="374619"/>
                    <a:pt x="2238704" y="414408"/>
                  </a:cubicBezTo>
                  <a:cubicBezTo>
                    <a:pt x="2360324" y="454197"/>
                    <a:pt x="2652361" y="357352"/>
                    <a:pt x="2779236" y="319815"/>
                  </a:cubicBezTo>
                  <a:cubicBezTo>
                    <a:pt x="2906111" y="282278"/>
                    <a:pt x="2930885" y="206453"/>
                    <a:pt x="2999953" y="189186"/>
                  </a:cubicBezTo>
                  <a:cubicBezTo>
                    <a:pt x="3069021" y="171919"/>
                    <a:pt x="3064517" y="177175"/>
                    <a:pt x="3193644" y="216213"/>
                  </a:cubicBezTo>
                  <a:cubicBezTo>
                    <a:pt x="3322771" y="255251"/>
                    <a:pt x="3571266" y="376120"/>
                    <a:pt x="3774716" y="423416"/>
                  </a:cubicBezTo>
                  <a:cubicBezTo>
                    <a:pt x="3978166" y="470712"/>
                    <a:pt x="4237171" y="435428"/>
                    <a:pt x="4414345" y="499992"/>
                  </a:cubicBezTo>
                  <a:cubicBezTo>
                    <a:pt x="4591519" y="564556"/>
                    <a:pt x="4741667" y="752240"/>
                    <a:pt x="4837762" y="810798"/>
                  </a:cubicBezTo>
                  <a:cubicBezTo>
                    <a:pt x="4933857" y="869356"/>
                    <a:pt x="4965388" y="846083"/>
                    <a:pt x="4990913" y="851338"/>
                  </a:cubicBezTo>
                  <a:cubicBezTo>
                    <a:pt x="5016438" y="856593"/>
                    <a:pt x="5003675" y="849461"/>
                    <a:pt x="4990913" y="842329"/>
                  </a:cubicBezTo>
                </a:path>
              </a:pathLst>
            </a:cu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Freeform: Shape 67">
              <a:extLst>
                <a:ext uri="{FF2B5EF4-FFF2-40B4-BE49-F238E27FC236}">
                  <a16:creationId xmlns:a16="http://schemas.microsoft.com/office/drawing/2014/main" id="{F70BB50E-9FAA-0EE6-9E6D-3F75878E3527}"/>
                </a:ext>
              </a:extLst>
            </p:cNvPr>
            <p:cNvSpPr/>
            <p:nvPr/>
          </p:nvSpPr>
          <p:spPr>
            <a:xfrm>
              <a:off x="3682431" y="1958801"/>
              <a:ext cx="5408035" cy="284508"/>
            </a:xfrm>
            <a:custGeom>
              <a:avLst/>
              <a:gdLst>
                <a:gd name="connsiteX0" fmla="*/ 0 w 4972895"/>
                <a:gd name="connsiteY0" fmla="*/ 76642 h 578323"/>
                <a:gd name="connsiteX1" fmla="*/ 486479 w 4972895"/>
                <a:gd name="connsiteY1" fmla="*/ 234297 h 578323"/>
                <a:gd name="connsiteX2" fmla="*/ 837825 w 4972895"/>
                <a:gd name="connsiteY2" fmla="*/ 297359 h 578323"/>
                <a:gd name="connsiteX3" fmla="*/ 1193675 w 4972895"/>
                <a:gd name="connsiteY3" fmla="*/ 117182 h 578323"/>
                <a:gd name="connsiteX4" fmla="*/ 1572048 w 4972895"/>
                <a:gd name="connsiteY4" fmla="*/ 58624 h 578323"/>
                <a:gd name="connsiteX5" fmla="*/ 1896367 w 4972895"/>
                <a:gd name="connsiteY5" fmla="*/ 270333 h 578323"/>
                <a:gd name="connsiteX6" fmla="*/ 2013482 w 4972895"/>
                <a:gd name="connsiteY6" fmla="*/ 513572 h 578323"/>
                <a:gd name="connsiteX7" fmla="*/ 2635094 w 4972895"/>
                <a:gd name="connsiteY7" fmla="*/ 301864 h 578323"/>
                <a:gd name="connsiteX8" fmla="*/ 2887342 w 4972895"/>
                <a:gd name="connsiteY8" fmla="*/ 67 h 578323"/>
                <a:gd name="connsiteX9" fmla="*/ 3252201 w 4972895"/>
                <a:gd name="connsiteY9" fmla="*/ 328890 h 578323"/>
                <a:gd name="connsiteX10" fmla="*/ 3513458 w 4972895"/>
                <a:gd name="connsiteY10" fmla="*/ 527085 h 578323"/>
                <a:gd name="connsiteX11" fmla="*/ 3900840 w 4972895"/>
                <a:gd name="connsiteY11" fmla="*/ 558616 h 578323"/>
                <a:gd name="connsiteX12" fmla="*/ 4076513 w 4972895"/>
                <a:gd name="connsiteY12" fmla="*/ 265828 h 578323"/>
                <a:gd name="connsiteX13" fmla="*/ 4513443 w 4972895"/>
                <a:gd name="connsiteY13" fmla="*/ 310873 h 578323"/>
                <a:gd name="connsiteX14" fmla="*/ 4851275 w 4972895"/>
                <a:gd name="connsiteY14" fmla="*/ 342404 h 578323"/>
                <a:gd name="connsiteX15" fmla="*/ 4972895 w 4972895"/>
                <a:gd name="connsiteY15" fmla="*/ 378439 h 578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72895" h="578323">
                  <a:moveTo>
                    <a:pt x="0" y="76642"/>
                  </a:moveTo>
                  <a:cubicBezTo>
                    <a:pt x="173421" y="137076"/>
                    <a:pt x="346842" y="197511"/>
                    <a:pt x="486479" y="234297"/>
                  </a:cubicBezTo>
                  <a:cubicBezTo>
                    <a:pt x="626116" y="271083"/>
                    <a:pt x="719959" y="316878"/>
                    <a:pt x="837825" y="297359"/>
                  </a:cubicBezTo>
                  <a:cubicBezTo>
                    <a:pt x="955691" y="277840"/>
                    <a:pt x="1071305" y="156971"/>
                    <a:pt x="1193675" y="117182"/>
                  </a:cubicBezTo>
                  <a:cubicBezTo>
                    <a:pt x="1316046" y="77393"/>
                    <a:pt x="1454933" y="33099"/>
                    <a:pt x="1572048" y="58624"/>
                  </a:cubicBezTo>
                  <a:cubicBezTo>
                    <a:pt x="1689163" y="84149"/>
                    <a:pt x="1822795" y="194508"/>
                    <a:pt x="1896367" y="270333"/>
                  </a:cubicBezTo>
                  <a:cubicBezTo>
                    <a:pt x="1969939" y="346158"/>
                    <a:pt x="1890361" y="508317"/>
                    <a:pt x="2013482" y="513572"/>
                  </a:cubicBezTo>
                  <a:cubicBezTo>
                    <a:pt x="2136603" y="518827"/>
                    <a:pt x="2489451" y="387448"/>
                    <a:pt x="2635094" y="301864"/>
                  </a:cubicBezTo>
                  <a:cubicBezTo>
                    <a:pt x="2780737" y="216280"/>
                    <a:pt x="2784491" y="-4437"/>
                    <a:pt x="2887342" y="67"/>
                  </a:cubicBezTo>
                  <a:cubicBezTo>
                    <a:pt x="2990193" y="4571"/>
                    <a:pt x="3147848" y="241054"/>
                    <a:pt x="3252201" y="328890"/>
                  </a:cubicBezTo>
                  <a:cubicBezTo>
                    <a:pt x="3356554" y="416726"/>
                    <a:pt x="3405351" y="488797"/>
                    <a:pt x="3513458" y="527085"/>
                  </a:cubicBezTo>
                  <a:cubicBezTo>
                    <a:pt x="3621565" y="565373"/>
                    <a:pt x="3806998" y="602159"/>
                    <a:pt x="3900840" y="558616"/>
                  </a:cubicBezTo>
                  <a:cubicBezTo>
                    <a:pt x="3994682" y="515073"/>
                    <a:pt x="3974413" y="307118"/>
                    <a:pt x="4076513" y="265828"/>
                  </a:cubicBezTo>
                  <a:cubicBezTo>
                    <a:pt x="4178613" y="224538"/>
                    <a:pt x="4513443" y="310873"/>
                    <a:pt x="4513443" y="310873"/>
                  </a:cubicBezTo>
                  <a:cubicBezTo>
                    <a:pt x="4642570" y="323636"/>
                    <a:pt x="4774700" y="331143"/>
                    <a:pt x="4851275" y="342404"/>
                  </a:cubicBezTo>
                  <a:cubicBezTo>
                    <a:pt x="4927850" y="353665"/>
                    <a:pt x="4950372" y="366052"/>
                    <a:pt x="4972895" y="378439"/>
                  </a:cubicBez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16CCA651-D61D-5573-7D26-E8376DEF4824}"/>
              </a:ext>
            </a:extLst>
          </p:cNvPr>
          <p:cNvGrpSpPr/>
          <p:nvPr/>
        </p:nvGrpSpPr>
        <p:grpSpPr>
          <a:xfrm>
            <a:off x="10713194" y="3183157"/>
            <a:ext cx="1086563" cy="468000"/>
            <a:chOff x="2626084" y="291254"/>
            <a:chExt cx="7526908" cy="844560"/>
          </a:xfrm>
        </p:grpSpPr>
        <p:sp>
          <p:nvSpPr>
            <p:cNvPr id="131" name="Freeform: Shape 29">
              <a:extLst>
                <a:ext uri="{FF2B5EF4-FFF2-40B4-BE49-F238E27FC236}">
                  <a16:creationId xmlns:a16="http://schemas.microsoft.com/office/drawing/2014/main" id="{039D2957-8A37-855A-49A8-1CE7EA998FEB}"/>
                </a:ext>
              </a:extLst>
            </p:cNvPr>
            <p:cNvSpPr/>
            <p:nvPr/>
          </p:nvSpPr>
          <p:spPr>
            <a:xfrm>
              <a:off x="2626084" y="300395"/>
              <a:ext cx="7526908" cy="699119"/>
            </a:xfrm>
            <a:custGeom>
              <a:avLst/>
              <a:gdLst>
                <a:gd name="connsiteX0" fmla="*/ 0 w 1086563"/>
                <a:gd name="connsiteY0" fmla="*/ 114818 h 387406"/>
                <a:gd name="connsiteX1" fmla="*/ 163212 w 1086563"/>
                <a:gd name="connsiteY1" fmla="*/ 284550 h 387406"/>
                <a:gd name="connsiteX2" fmla="*/ 384946 w 1086563"/>
                <a:gd name="connsiteY2" fmla="*/ 381897 h 387406"/>
                <a:gd name="connsiteX3" fmla="*/ 577419 w 1086563"/>
                <a:gd name="connsiteY3" fmla="*/ 366920 h 387406"/>
                <a:gd name="connsiteX4" fmla="*/ 734129 w 1086563"/>
                <a:gd name="connsiteY4" fmla="*/ 297031 h 387406"/>
                <a:gd name="connsiteX5" fmla="*/ 875882 w 1086563"/>
                <a:gd name="connsiteY5" fmla="*/ 179716 h 387406"/>
                <a:gd name="connsiteX6" fmla="*/ 964966 w 1086563"/>
                <a:gd name="connsiteY6" fmla="*/ 84865 h 387406"/>
                <a:gd name="connsiteX7" fmla="*/ 1024139 w 1086563"/>
                <a:gd name="connsiteY7" fmla="*/ 49920 h 387406"/>
                <a:gd name="connsiteX8" fmla="*/ 1086563 w 1086563"/>
                <a:gd name="connsiteY8" fmla="*/ 0 h 387406"/>
                <a:gd name="connsiteX9" fmla="*/ 1086563 w 1086563"/>
                <a:gd name="connsiteY9" fmla="*/ 0 h 387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86563" h="387406" extrusionOk="0">
                  <a:moveTo>
                    <a:pt x="0" y="114818"/>
                  </a:moveTo>
                  <a:cubicBezTo>
                    <a:pt x="48591" y="176851"/>
                    <a:pt x="86046" y="244919"/>
                    <a:pt x="163212" y="284550"/>
                  </a:cubicBezTo>
                  <a:cubicBezTo>
                    <a:pt x="231657" y="329966"/>
                    <a:pt x="312176" y="368288"/>
                    <a:pt x="384946" y="381897"/>
                  </a:cubicBezTo>
                  <a:cubicBezTo>
                    <a:pt x="449309" y="400188"/>
                    <a:pt x="517932" y="388195"/>
                    <a:pt x="577419" y="366920"/>
                  </a:cubicBezTo>
                  <a:cubicBezTo>
                    <a:pt x="629436" y="349395"/>
                    <a:pt x="693143" y="332416"/>
                    <a:pt x="734129" y="297031"/>
                  </a:cubicBezTo>
                  <a:cubicBezTo>
                    <a:pt x="793503" y="266973"/>
                    <a:pt x="841306" y="207059"/>
                    <a:pt x="875882" y="179716"/>
                  </a:cubicBezTo>
                  <a:cubicBezTo>
                    <a:pt x="912897" y="144132"/>
                    <a:pt x="936988" y="109575"/>
                    <a:pt x="964966" y="84865"/>
                  </a:cubicBezTo>
                  <a:cubicBezTo>
                    <a:pt x="989434" y="60930"/>
                    <a:pt x="1003633" y="64399"/>
                    <a:pt x="1024139" y="49920"/>
                  </a:cubicBezTo>
                  <a:cubicBezTo>
                    <a:pt x="1044405" y="35776"/>
                    <a:pt x="1086563" y="0"/>
                    <a:pt x="1086563" y="0"/>
                  </a:cubicBezTo>
                  <a:lnTo>
                    <a:pt x="1086563" y="0"/>
                  </a:lnTo>
                </a:path>
              </a:pathLst>
            </a:custGeom>
            <a:noFill/>
            <a:ln w="38100"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7526908"/>
                        <a:gd name="connsiteY0" fmla="*/ 207204 h 699119"/>
                        <a:gd name="connsiteX1" fmla="*/ 1130613 w 7526908"/>
                        <a:gd name="connsiteY1" fmla="*/ 513505 h 699119"/>
                        <a:gd name="connsiteX2" fmla="*/ 2666625 w 7526908"/>
                        <a:gd name="connsiteY2" fmla="*/ 689178 h 699119"/>
                        <a:gd name="connsiteX3" fmla="*/ 3999937 w 7526908"/>
                        <a:gd name="connsiteY3" fmla="*/ 662151 h 699119"/>
                        <a:gd name="connsiteX4" fmla="*/ 5085505 w 7526908"/>
                        <a:gd name="connsiteY4" fmla="*/ 536027 h 699119"/>
                        <a:gd name="connsiteX5" fmla="*/ 6067472 w 7526908"/>
                        <a:gd name="connsiteY5" fmla="*/ 324319 h 699119"/>
                        <a:gd name="connsiteX6" fmla="*/ 6684579 w 7526908"/>
                        <a:gd name="connsiteY6" fmla="*/ 153150 h 699119"/>
                        <a:gd name="connsiteX7" fmla="*/ 7094483 w 7526908"/>
                        <a:gd name="connsiteY7" fmla="*/ 90088 h 699119"/>
                        <a:gd name="connsiteX8" fmla="*/ 7526908 w 7526908"/>
                        <a:gd name="connsiteY8" fmla="*/ 0 h 699119"/>
                        <a:gd name="connsiteX9" fmla="*/ 7526908 w 7526908"/>
                        <a:gd name="connsiteY9" fmla="*/ 0 h 6991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526908" h="699119">
                          <a:moveTo>
                            <a:pt x="0" y="207204"/>
                          </a:moveTo>
                          <a:cubicBezTo>
                            <a:pt x="343088" y="320190"/>
                            <a:pt x="686176" y="433176"/>
                            <a:pt x="1130613" y="513505"/>
                          </a:cubicBezTo>
                          <a:cubicBezTo>
                            <a:pt x="1575051" y="593834"/>
                            <a:pt x="2188404" y="664404"/>
                            <a:pt x="2666625" y="689178"/>
                          </a:cubicBezTo>
                          <a:cubicBezTo>
                            <a:pt x="3144846" y="713952"/>
                            <a:pt x="3596790" y="687676"/>
                            <a:pt x="3999937" y="662151"/>
                          </a:cubicBezTo>
                          <a:cubicBezTo>
                            <a:pt x="4403084" y="636626"/>
                            <a:pt x="4740916" y="592332"/>
                            <a:pt x="5085505" y="536027"/>
                          </a:cubicBezTo>
                          <a:cubicBezTo>
                            <a:pt x="5430094" y="479722"/>
                            <a:pt x="5800960" y="388132"/>
                            <a:pt x="6067472" y="324319"/>
                          </a:cubicBezTo>
                          <a:cubicBezTo>
                            <a:pt x="6333984" y="260506"/>
                            <a:pt x="6513411" y="192188"/>
                            <a:pt x="6684579" y="153150"/>
                          </a:cubicBezTo>
                          <a:cubicBezTo>
                            <a:pt x="6855747" y="114112"/>
                            <a:pt x="6954095" y="115613"/>
                            <a:pt x="7094483" y="90088"/>
                          </a:cubicBezTo>
                          <a:cubicBezTo>
                            <a:pt x="7234871" y="64563"/>
                            <a:pt x="7526908" y="0"/>
                            <a:pt x="7526908" y="0"/>
                          </a:cubicBezTo>
                          <a:lnTo>
                            <a:pt x="7526908" y="0"/>
                          </a:lnTo>
                        </a:path>
                      </a:pathLst>
                    </a:cu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842186C-AFDE-E2EE-782D-7550877CEE34}"/>
                    </a:ext>
                  </a:extLst>
                </p14:cNvPr>
                <p14:cNvContentPartPr/>
                <p14:nvPr/>
              </p14:nvContentPartPr>
              <p14:xfrm>
                <a:off x="2679916" y="291254"/>
                <a:ext cx="7360200" cy="646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DA5C470-6801-C9EE-EC5C-BE90BF4878B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99990" y="-33470"/>
                  <a:ext cx="7519732" cy="12949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F8C48E4-E7D7-38E9-48D7-9BAE66FFAE8A}"/>
                    </a:ext>
                  </a:extLst>
                </p14:cNvPr>
                <p14:cNvContentPartPr/>
                <p14:nvPr/>
              </p14:nvContentPartPr>
              <p14:xfrm>
                <a:off x="2679916" y="490694"/>
                <a:ext cx="7250400" cy="645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927887C-36AF-E0E7-955E-98EF94B01CE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99992" y="166187"/>
                  <a:ext cx="7409929" cy="129348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D2021786-A820-EE2D-52D1-42D8A8E410EB}"/>
              </a:ext>
            </a:extLst>
          </p:cNvPr>
          <p:cNvGrpSpPr/>
          <p:nvPr/>
        </p:nvGrpSpPr>
        <p:grpSpPr>
          <a:xfrm>
            <a:off x="8304441" y="3777978"/>
            <a:ext cx="2603372" cy="423893"/>
            <a:chOff x="3657600" y="1958801"/>
            <a:chExt cx="5432866" cy="511746"/>
          </a:xfrm>
        </p:grpSpPr>
        <p:sp>
          <p:nvSpPr>
            <p:cNvPr id="135" name="Freeform: Shape 65">
              <a:extLst>
                <a:ext uri="{FF2B5EF4-FFF2-40B4-BE49-F238E27FC236}">
                  <a16:creationId xmlns:a16="http://schemas.microsoft.com/office/drawing/2014/main" id="{57C3F3CE-941A-FE97-CC77-C22E4B9B799D}"/>
                </a:ext>
              </a:extLst>
            </p:cNvPr>
            <p:cNvSpPr/>
            <p:nvPr/>
          </p:nvSpPr>
          <p:spPr>
            <a:xfrm>
              <a:off x="3657600" y="1981885"/>
              <a:ext cx="5355968" cy="488662"/>
            </a:xfrm>
            <a:custGeom>
              <a:avLst/>
              <a:gdLst>
                <a:gd name="connsiteX0" fmla="*/ 0 w 5053974"/>
                <a:gd name="connsiteY0" fmla="*/ 23173 h 543300"/>
                <a:gd name="connsiteX1" fmla="*/ 837825 w 5053974"/>
                <a:gd name="connsiteY1" fmla="*/ 284430 h 543300"/>
                <a:gd name="connsiteX2" fmla="*/ 1310790 w 5053974"/>
                <a:gd name="connsiteY2" fmla="*/ 406050 h 543300"/>
                <a:gd name="connsiteX3" fmla="*/ 1441419 w 5053974"/>
                <a:gd name="connsiteY3" fmla="*/ 221368 h 543300"/>
                <a:gd name="connsiteX4" fmla="*/ 1603578 w 5053974"/>
                <a:gd name="connsiteY4" fmla="*/ 90739 h 543300"/>
                <a:gd name="connsiteX5" fmla="*/ 1698171 w 5053974"/>
                <a:gd name="connsiteY5" fmla="*/ 248394 h 543300"/>
                <a:gd name="connsiteX6" fmla="*/ 1806278 w 5053974"/>
                <a:gd name="connsiteY6" fmla="*/ 370014 h 543300"/>
                <a:gd name="connsiteX7" fmla="*/ 2045013 w 5053974"/>
                <a:gd name="connsiteY7" fmla="*/ 311456 h 543300"/>
                <a:gd name="connsiteX8" fmla="*/ 2247712 w 5053974"/>
                <a:gd name="connsiteY8" fmla="*/ 113261 h 543300"/>
                <a:gd name="connsiteX9" fmla="*/ 2382845 w 5053974"/>
                <a:gd name="connsiteY9" fmla="*/ 230377 h 543300"/>
                <a:gd name="connsiteX10" fmla="*/ 2468430 w 5053974"/>
                <a:gd name="connsiteY10" fmla="*/ 379023 h 543300"/>
                <a:gd name="connsiteX11" fmla="*/ 2999953 w 5053974"/>
                <a:gd name="connsiteY11" fmla="*/ 541183 h 543300"/>
                <a:gd name="connsiteX12" fmla="*/ 3549494 w 5053974"/>
                <a:gd name="connsiteY12" fmla="*/ 257403 h 543300"/>
                <a:gd name="connsiteX13" fmla="*/ 3779220 w 5053974"/>
                <a:gd name="connsiteY13" fmla="*/ 149297 h 543300"/>
                <a:gd name="connsiteX14" fmla="*/ 4387318 w 5053974"/>
                <a:gd name="connsiteY14" fmla="*/ 288934 h 543300"/>
                <a:gd name="connsiteX15" fmla="*/ 4585513 w 5053974"/>
                <a:gd name="connsiteY15" fmla="*/ 162810 h 543300"/>
                <a:gd name="connsiteX16" fmla="*/ 4851275 w 5053974"/>
                <a:gd name="connsiteY16" fmla="*/ 45695 h 543300"/>
                <a:gd name="connsiteX17" fmla="*/ 5004426 w 5053974"/>
                <a:gd name="connsiteY17" fmla="*/ 651 h 543300"/>
                <a:gd name="connsiteX18" fmla="*/ 5053974 w 5053974"/>
                <a:gd name="connsiteY18" fmla="*/ 23173 h 54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053974" h="543300">
                  <a:moveTo>
                    <a:pt x="0" y="23173"/>
                  </a:moveTo>
                  <a:lnTo>
                    <a:pt x="837825" y="284430"/>
                  </a:lnTo>
                  <a:cubicBezTo>
                    <a:pt x="1056290" y="348243"/>
                    <a:pt x="1210191" y="416560"/>
                    <a:pt x="1310790" y="406050"/>
                  </a:cubicBezTo>
                  <a:cubicBezTo>
                    <a:pt x="1411389" y="395540"/>
                    <a:pt x="1392621" y="273920"/>
                    <a:pt x="1441419" y="221368"/>
                  </a:cubicBezTo>
                  <a:cubicBezTo>
                    <a:pt x="1490217" y="168816"/>
                    <a:pt x="1560786" y="86235"/>
                    <a:pt x="1603578" y="90739"/>
                  </a:cubicBezTo>
                  <a:cubicBezTo>
                    <a:pt x="1646370" y="95243"/>
                    <a:pt x="1664388" y="201848"/>
                    <a:pt x="1698171" y="248394"/>
                  </a:cubicBezTo>
                  <a:cubicBezTo>
                    <a:pt x="1731954" y="294940"/>
                    <a:pt x="1748471" y="359504"/>
                    <a:pt x="1806278" y="370014"/>
                  </a:cubicBezTo>
                  <a:cubicBezTo>
                    <a:pt x="1864085" y="380524"/>
                    <a:pt x="1971441" y="354248"/>
                    <a:pt x="2045013" y="311456"/>
                  </a:cubicBezTo>
                  <a:cubicBezTo>
                    <a:pt x="2118585" y="268664"/>
                    <a:pt x="2191407" y="126774"/>
                    <a:pt x="2247712" y="113261"/>
                  </a:cubicBezTo>
                  <a:cubicBezTo>
                    <a:pt x="2304017" y="99748"/>
                    <a:pt x="2346059" y="186083"/>
                    <a:pt x="2382845" y="230377"/>
                  </a:cubicBezTo>
                  <a:cubicBezTo>
                    <a:pt x="2419631" y="274671"/>
                    <a:pt x="2365579" y="327222"/>
                    <a:pt x="2468430" y="379023"/>
                  </a:cubicBezTo>
                  <a:cubicBezTo>
                    <a:pt x="2571281" y="430824"/>
                    <a:pt x="2819776" y="561453"/>
                    <a:pt x="2999953" y="541183"/>
                  </a:cubicBezTo>
                  <a:cubicBezTo>
                    <a:pt x="3180130" y="520913"/>
                    <a:pt x="3419616" y="322717"/>
                    <a:pt x="3549494" y="257403"/>
                  </a:cubicBezTo>
                  <a:cubicBezTo>
                    <a:pt x="3679372" y="192089"/>
                    <a:pt x="3639583" y="144042"/>
                    <a:pt x="3779220" y="149297"/>
                  </a:cubicBezTo>
                  <a:cubicBezTo>
                    <a:pt x="3918857" y="154552"/>
                    <a:pt x="4252936" y="286682"/>
                    <a:pt x="4387318" y="288934"/>
                  </a:cubicBezTo>
                  <a:cubicBezTo>
                    <a:pt x="4521700" y="291186"/>
                    <a:pt x="4508187" y="203350"/>
                    <a:pt x="4585513" y="162810"/>
                  </a:cubicBezTo>
                  <a:cubicBezTo>
                    <a:pt x="4662839" y="122270"/>
                    <a:pt x="4781456" y="72721"/>
                    <a:pt x="4851275" y="45695"/>
                  </a:cubicBezTo>
                  <a:cubicBezTo>
                    <a:pt x="4921094" y="18669"/>
                    <a:pt x="4970643" y="4405"/>
                    <a:pt x="5004426" y="651"/>
                  </a:cubicBezTo>
                  <a:cubicBezTo>
                    <a:pt x="5038209" y="-3103"/>
                    <a:pt x="5046091" y="10035"/>
                    <a:pt x="5053974" y="23173"/>
                  </a:cubicBezTo>
                </a:path>
              </a:pathLst>
            </a:cu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Freeform: Shape 66">
              <a:extLst>
                <a:ext uri="{FF2B5EF4-FFF2-40B4-BE49-F238E27FC236}">
                  <a16:creationId xmlns:a16="http://schemas.microsoft.com/office/drawing/2014/main" id="{CC82CDE6-04F8-899C-9A1D-EA41BA528216}"/>
                </a:ext>
              </a:extLst>
            </p:cNvPr>
            <p:cNvSpPr/>
            <p:nvPr/>
          </p:nvSpPr>
          <p:spPr>
            <a:xfrm>
              <a:off x="3734498" y="1981885"/>
              <a:ext cx="5279070" cy="284508"/>
            </a:xfrm>
            <a:custGeom>
              <a:avLst/>
              <a:gdLst>
                <a:gd name="connsiteX0" fmla="*/ 0 w 5005649"/>
                <a:gd name="connsiteY0" fmla="*/ 0 h 853152"/>
                <a:gd name="connsiteX1" fmla="*/ 409904 w 5005649"/>
                <a:gd name="connsiteY1" fmla="*/ 144142 h 853152"/>
                <a:gd name="connsiteX2" fmla="*/ 662152 w 5005649"/>
                <a:gd name="connsiteY2" fmla="*/ 76575 h 853152"/>
                <a:gd name="connsiteX3" fmla="*/ 887374 w 5005649"/>
                <a:gd name="connsiteY3" fmla="*/ 166664 h 853152"/>
                <a:gd name="connsiteX4" fmla="*/ 891878 w 5005649"/>
                <a:gd name="connsiteY4" fmla="*/ 360354 h 853152"/>
                <a:gd name="connsiteX5" fmla="*/ 1387366 w 5005649"/>
                <a:gd name="connsiteY5" fmla="*/ 405399 h 853152"/>
                <a:gd name="connsiteX6" fmla="*/ 1630605 w 5005649"/>
                <a:gd name="connsiteY6" fmla="*/ 297292 h 853152"/>
                <a:gd name="connsiteX7" fmla="*/ 2049518 w 5005649"/>
                <a:gd name="connsiteY7" fmla="*/ 81080 h 853152"/>
                <a:gd name="connsiteX8" fmla="*/ 2238704 w 5005649"/>
                <a:gd name="connsiteY8" fmla="*/ 414408 h 853152"/>
                <a:gd name="connsiteX9" fmla="*/ 2779236 w 5005649"/>
                <a:gd name="connsiteY9" fmla="*/ 319815 h 853152"/>
                <a:gd name="connsiteX10" fmla="*/ 2999953 w 5005649"/>
                <a:gd name="connsiteY10" fmla="*/ 189186 h 853152"/>
                <a:gd name="connsiteX11" fmla="*/ 3193644 w 5005649"/>
                <a:gd name="connsiteY11" fmla="*/ 216213 h 853152"/>
                <a:gd name="connsiteX12" fmla="*/ 3774716 w 5005649"/>
                <a:gd name="connsiteY12" fmla="*/ 423416 h 853152"/>
                <a:gd name="connsiteX13" fmla="*/ 4414345 w 5005649"/>
                <a:gd name="connsiteY13" fmla="*/ 499992 h 853152"/>
                <a:gd name="connsiteX14" fmla="*/ 4837762 w 5005649"/>
                <a:gd name="connsiteY14" fmla="*/ 810798 h 853152"/>
                <a:gd name="connsiteX15" fmla="*/ 4990913 w 5005649"/>
                <a:gd name="connsiteY15" fmla="*/ 851338 h 853152"/>
                <a:gd name="connsiteX16" fmla="*/ 4990913 w 5005649"/>
                <a:gd name="connsiteY16" fmla="*/ 842329 h 853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005649" h="853152">
                  <a:moveTo>
                    <a:pt x="0" y="0"/>
                  </a:moveTo>
                  <a:cubicBezTo>
                    <a:pt x="149772" y="65690"/>
                    <a:pt x="299545" y="131380"/>
                    <a:pt x="409904" y="144142"/>
                  </a:cubicBezTo>
                  <a:cubicBezTo>
                    <a:pt x="520263" y="156904"/>
                    <a:pt x="582574" y="72821"/>
                    <a:pt x="662152" y="76575"/>
                  </a:cubicBezTo>
                  <a:cubicBezTo>
                    <a:pt x="741730" y="80329"/>
                    <a:pt x="849086" y="119368"/>
                    <a:pt x="887374" y="166664"/>
                  </a:cubicBezTo>
                  <a:cubicBezTo>
                    <a:pt x="925662" y="213961"/>
                    <a:pt x="808546" y="320565"/>
                    <a:pt x="891878" y="360354"/>
                  </a:cubicBezTo>
                  <a:cubicBezTo>
                    <a:pt x="975210" y="400143"/>
                    <a:pt x="1264245" y="415909"/>
                    <a:pt x="1387366" y="405399"/>
                  </a:cubicBezTo>
                  <a:cubicBezTo>
                    <a:pt x="1510487" y="394889"/>
                    <a:pt x="1520246" y="351345"/>
                    <a:pt x="1630605" y="297292"/>
                  </a:cubicBezTo>
                  <a:cubicBezTo>
                    <a:pt x="1740964" y="243239"/>
                    <a:pt x="1948168" y="61561"/>
                    <a:pt x="2049518" y="81080"/>
                  </a:cubicBezTo>
                  <a:cubicBezTo>
                    <a:pt x="2150868" y="100599"/>
                    <a:pt x="2117084" y="374619"/>
                    <a:pt x="2238704" y="414408"/>
                  </a:cubicBezTo>
                  <a:cubicBezTo>
                    <a:pt x="2360324" y="454197"/>
                    <a:pt x="2652361" y="357352"/>
                    <a:pt x="2779236" y="319815"/>
                  </a:cubicBezTo>
                  <a:cubicBezTo>
                    <a:pt x="2906111" y="282278"/>
                    <a:pt x="2930885" y="206453"/>
                    <a:pt x="2999953" y="189186"/>
                  </a:cubicBezTo>
                  <a:cubicBezTo>
                    <a:pt x="3069021" y="171919"/>
                    <a:pt x="3064517" y="177175"/>
                    <a:pt x="3193644" y="216213"/>
                  </a:cubicBezTo>
                  <a:cubicBezTo>
                    <a:pt x="3322771" y="255251"/>
                    <a:pt x="3571266" y="376120"/>
                    <a:pt x="3774716" y="423416"/>
                  </a:cubicBezTo>
                  <a:cubicBezTo>
                    <a:pt x="3978166" y="470712"/>
                    <a:pt x="4237171" y="435428"/>
                    <a:pt x="4414345" y="499992"/>
                  </a:cubicBezTo>
                  <a:cubicBezTo>
                    <a:pt x="4591519" y="564556"/>
                    <a:pt x="4741667" y="752240"/>
                    <a:pt x="4837762" y="810798"/>
                  </a:cubicBezTo>
                  <a:cubicBezTo>
                    <a:pt x="4933857" y="869356"/>
                    <a:pt x="4965388" y="846083"/>
                    <a:pt x="4990913" y="851338"/>
                  </a:cubicBezTo>
                  <a:cubicBezTo>
                    <a:pt x="5016438" y="856593"/>
                    <a:pt x="5003675" y="849461"/>
                    <a:pt x="4990913" y="842329"/>
                  </a:cubicBezTo>
                </a:path>
              </a:pathLst>
            </a:cu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Freeform: Shape 67">
              <a:extLst>
                <a:ext uri="{FF2B5EF4-FFF2-40B4-BE49-F238E27FC236}">
                  <a16:creationId xmlns:a16="http://schemas.microsoft.com/office/drawing/2014/main" id="{5867C36A-8FEE-7EE2-DA34-592A31F9C234}"/>
                </a:ext>
              </a:extLst>
            </p:cNvPr>
            <p:cNvSpPr/>
            <p:nvPr/>
          </p:nvSpPr>
          <p:spPr>
            <a:xfrm>
              <a:off x="3682431" y="1958801"/>
              <a:ext cx="5408035" cy="284508"/>
            </a:xfrm>
            <a:custGeom>
              <a:avLst/>
              <a:gdLst>
                <a:gd name="connsiteX0" fmla="*/ 0 w 4972895"/>
                <a:gd name="connsiteY0" fmla="*/ 76642 h 578323"/>
                <a:gd name="connsiteX1" fmla="*/ 486479 w 4972895"/>
                <a:gd name="connsiteY1" fmla="*/ 234297 h 578323"/>
                <a:gd name="connsiteX2" fmla="*/ 837825 w 4972895"/>
                <a:gd name="connsiteY2" fmla="*/ 297359 h 578323"/>
                <a:gd name="connsiteX3" fmla="*/ 1193675 w 4972895"/>
                <a:gd name="connsiteY3" fmla="*/ 117182 h 578323"/>
                <a:gd name="connsiteX4" fmla="*/ 1572048 w 4972895"/>
                <a:gd name="connsiteY4" fmla="*/ 58624 h 578323"/>
                <a:gd name="connsiteX5" fmla="*/ 1896367 w 4972895"/>
                <a:gd name="connsiteY5" fmla="*/ 270333 h 578323"/>
                <a:gd name="connsiteX6" fmla="*/ 2013482 w 4972895"/>
                <a:gd name="connsiteY6" fmla="*/ 513572 h 578323"/>
                <a:gd name="connsiteX7" fmla="*/ 2635094 w 4972895"/>
                <a:gd name="connsiteY7" fmla="*/ 301864 h 578323"/>
                <a:gd name="connsiteX8" fmla="*/ 2887342 w 4972895"/>
                <a:gd name="connsiteY8" fmla="*/ 67 h 578323"/>
                <a:gd name="connsiteX9" fmla="*/ 3252201 w 4972895"/>
                <a:gd name="connsiteY9" fmla="*/ 328890 h 578323"/>
                <a:gd name="connsiteX10" fmla="*/ 3513458 w 4972895"/>
                <a:gd name="connsiteY10" fmla="*/ 527085 h 578323"/>
                <a:gd name="connsiteX11" fmla="*/ 3900840 w 4972895"/>
                <a:gd name="connsiteY11" fmla="*/ 558616 h 578323"/>
                <a:gd name="connsiteX12" fmla="*/ 4076513 w 4972895"/>
                <a:gd name="connsiteY12" fmla="*/ 265828 h 578323"/>
                <a:gd name="connsiteX13" fmla="*/ 4513443 w 4972895"/>
                <a:gd name="connsiteY13" fmla="*/ 310873 h 578323"/>
                <a:gd name="connsiteX14" fmla="*/ 4851275 w 4972895"/>
                <a:gd name="connsiteY14" fmla="*/ 342404 h 578323"/>
                <a:gd name="connsiteX15" fmla="*/ 4972895 w 4972895"/>
                <a:gd name="connsiteY15" fmla="*/ 378439 h 578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72895" h="578323">
                  <a:moveTo>
                    <a:pt x="0" y="76642"/>
                  </a:moveTo>
                  <a:cubicBezTo>
                    <a:pt x="173421" y="137076"/>
                    <a:pt x="346842" y="197511"/>
                    <a:pt x="486479" y="234297"/>
                  </a:cubicBezTo>
                  <a:cubicBezTo>
                    <a:pt x="626116" y="271083"/>
                    <a:pt x="719959" y="316878"/>
                    <a:pt x="837825" y="297359"/>
                  </a:cubicBezTo>
                  <a:cubicBezTo>
                    <a:pt x="955691" y="277840"/>
                    <a:pt x="1071305" y="156971"/>
                    <a:pt x="1193675" y="117182"/>
                  </a:cubicBezTo>
                  <a:cubicBezTo>
                    <a:pt x="1316046" y="77393"/>
                    <a:pt x="1454933" y="33099"/>
                    <a:pt x="1572048" y="58624"/>
                  </a:cubicBezTo>
                  <a:cubicBezTo>
                    <a:pt x="1689163" y="84149"/>
                    <a:pt x="1822795" y="194508"/>
                    <a:pt x="1896367" y="270333"/>
                  </a:cubicBezTo>
                  <a:cubicBezTo>
                    <a:pt x="1969939" y="346158"/>
                    <a:pt x="1890361" y="508317"/>
                    <a:pt x="2013482" y="513572"/>
                  </a:cubicBezTo>
                  <a:cubicBezTo>
                    <a:pt x="2136603" y="518827"/>
                    <a:pt x="2489451" y="387448"/>
                    <a:pt x="2635094" y="301864"/>
                  </a:cubicBezTo>
                  <a:cubicBezTo>
                    <a:pt x="2780737" y="216280"/>
                    <a:pt x="2784491" y="-4437"/>
                    <a:pt x="2887342" y="67"/>
                  </a:cubicBezTo>
                  <a:cubicBezTo>
                    <a:pt x="2990193" y="4571"/>
                    <a:pt x="3147848" y="241054"/>
                    <a:pt x="3252201" y="328890"/>
                  </a:cubicBezTo>
                  <a:cubicBezTo>
                    <a:pt x="3356554" y="416726"/>
                    <a:pt x="3405351" y="488797"/>
                    <a:pt x="3513458" y="527085"/>
                  </a:cubicBezTo>
                  <a:cubicBezTo>
                    <a:pt x="3621565" y="565373"/>
                    <a:pt x="3806998" y="602159"/>
                    <a:pt x="3900840" y="558616"/>
                  </a:cubicBezTo>
                  <a:cubicBezTo>
                    <a:pt x="3994682" y="515073"/>
                    <a:pt x="3974413" y="307118"/>
                    <a:pt x="4076513" y="265828"/>
                  </a:cubicBezTo>
                  <a:cubicBezTo>
                    <a:pt x="4178613" y="224538"/>
                    <a:pt x="4513443" y="310873"/>
                    <a:pt x="4513443" y="310873"/>
                  </a:cubicBezTo>
                  <a:cubicBezTo>
                    <a:pt x="4642570" y="323636"/>
                    <a:pt x="4774700" y="331143"/>
                    <a:pt x="4851275" y="342404"/>
                  </a:cubicBezTo>
                  <a:cubicBezTo>
                    <a:pt x="4927850" y="353665"/>
                    <a:pt x="4950372" y="366052"/>
                    <a:pt x="4972895" y="378439"/>
                  </a:cubicBez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52122236-874F-8E71-F133-30B48793F4BA}"/>
              </a:ext>
            </a:extLst>
          </p:cNvPr>
          <p:cNvGrpSpPr/>
          <p:nvPr/>
        </p:nvGrpSpPr>
        <p:grpSpPr>
          <a:xfrm>
            <a:off x="10943936" y="3920836"/>
            <a:ext cx="1064136" cy="261376"/>
            <a:chOff x="2626084" y="291254"/>
            <a:chExt cx="9232956" cy="708260"/>
          </a:xfrm>
        </p:grpSpPr>
        <p:sp>
          <p:nvSpPr>
            <p:cNvPr id="139" name="Freeform: Shape 29">
              <a:extLst>
                <a:ext uri="{FF2B5EF4-FFF2-40B4-BE49-F238E27FC236}">
                  <a16:creationId xmlns:a16="http://schemas.microsoft.com/office/drawing/2014/main" id="{CC7E65B5-E738-527F-3443-14443D0528F3}"/>
                </a:ext>
              </a:extLst>
            </p:cNvPr>
            <p:cNvSpPr/>
            <p:nvPr/>
          </p:nvSpPr>
          <p:spPr>
            <a:xfrm>
              <a:off x="2626084" y="300395"/>
              <a:ext cx="7526908" cy="699119"/>
            </a:xfrm>
            <a:custGeom>
              <a:avLst/>
              <a:gdLst>
                <a:gd name="connsiteX0" fmla="*/ 0 w 867507"/>
                <a:gd name="connsiteY0" fmla="*/ 76466 h 258003"/>
                <a:gd name="connsiteX1" fmla="*/ 130307 w 867507"/>
                <a:gd name="connsiteY1" fmla="*/ 189503 h 258003"/>
                <a:gd name="connsiteX2" fmla="*/ 307339 w 867507"/>
                <a:gd name="connsiteY2" fmla="*/ 254334 h 258003"/>
                <a:gd name="connsiteX3" fmla="*/ 461009 w 867507"/>
                <a:gd name="connsiteY3" fmla="*/ 244360 h 258003"/>
                <a:gd name="connsiteX4" fmla="*/ 586125 w 867507"/>
                <a:gd name="connsiteY4" fmla="*/ 197815 h 258003"/>
                <a:gd name="connsiteX5" fmla="*/ 699301 w 867507"/>
                <a:gd name="connsiteY5" fmla="*/ 119686 h 258003"/>
                <a:gd name="connsiteX6" fmla="*/ 770425 w 867507"/>
                <a:gd name="connsiteY6" fmla="*/ 56518 h 258003"/>
                <a:gd name="connsiteX7" fmla="*/ 817668 w 867507"/>
                <a:gd name="connsiteY7" fmla="*/ 33246 h 258003"/>
                <a:gd name="connsiteX8" fmla="*/ 867507 w 867507"/>
                <a:gd name="connsiteY8" fmla="*/ 0 h 258003"/>
                <a:gd name="connsiteX9" fmla="*/ 867507 w 867507"/>
                <a:gd name="connsiteY9" fmla="*/ 0 h 258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7507" h="258003" extrusionOk="0">
                  <a:moveTo>
                    <a:pt x="0" y="76466"/>
                  </a:moveTo>
                  <a:cubicBezTo>
                    <a:pt x="31327" y="113095"/>
                    <a:pt x="74196" y="161694"/>
                    <a:pt x="130307" y="189503"/>
                  </a:cubicBezTo>
                  <a:cubicBezTo>
                    <a:pt x="185107" y="219901"/>
                    <a:pt x="246104" y="245386"/>
                    <a:pt x="307339" y="254334"/>
                  </a:cubicBezTo>
                  <a:cubicBezTo>
                    <a:pt x="358485" y="267354"/>
                    <a:pt x="414135" y="256041"/>
                    <a:pt x="461009" y="244360"/>
                  </a:cubicBezTo>
                  <a:cubicBezTo>
                    <a:pt x="506865" y="234607"/>
                    <a:pt x="550466" y="220532"/>
                    <a:pt x="586125" y="197815"/>
                  </a:cubicBezTo>
                  <a:cubicBezTo>
                    <a:pt x="630746" y="177618"/>
                    <a:pt x="669308" y="141746"/>
                    <a:pt x="699301" y="119686"/>
                  </a:cubicBezTo>
                  <a:cubicBezTo>
                    <a:pt x="726639" y="95620"/>
                    <a:pt x="750222" y="71372"/>
                    <a:pt x="770425" y="56518"/>
                  </a:cubicBezTo>
                  <a:cubicBezTo>
                    <a:pt x="789929" y="39981"/>
                    <a:pt x="800866" y="43528"/>
                    <a:pt x="817668" y="33246"/>
                  </a:cubicBezTo>
                  <a:cubicBezTo>
                    <a:pt x="833848" y="23826"/>
                    <a:pt x="867507" y="0"/>
                    <a:pt x="867507" y="0"/>
                  </a:cubicBezTo>
                  <a:lnTo>
                    <a:pt x="867507" y="0"/>
                  </a:lnTo>
                </a:path>
              </a:pathLst>
            </a:custGeom>
            <a:noFill/>
            <a:ln w="38100"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7526908"/>
                        <a:gd name="connsiteY0" fmla="*/ 207204 h 699119"/>
                        <a:gd name="connsiteX1" fmla="*/ 1130613 w 7526908"/>
                        <a:gd name="connsiteY1" fmla="*/ 513505 h 699119"/>
                        <a:gd name="connsiteX2" fmla="*/ 2666625 w 7526908"/>
                        <a:gd name="connsiteY2" fmla="*/ 689178 h 699119"/>
                        <a:gd name="connsiteX3" fmla="*/ 3999937 w 7526908"/>
                        <a:gd name="connsiteY3" fmla="*/ 662151 h 699119"/>
                        <a:gd name="connsiteX4" fmla="*/ 5085505 w 7526908"/>
                        <a:gd name="connsiteY4" fmla="*/ 536027 h 699119"/>
                        <a:gd name="connsiteX5" fmla="*/ 6067472 w 7526908"/>
                        <a:gd name="connsiteY5" fmla="*/ 324319 h 699119"/>
                        <a:gd name="connsiteX6" fmla="*/ 6684579 w 7526908"/>
                        <a:gd name="connsiteY6" fmla="*/ 153150 h 699119"/>
                        <a:gd name="connsiteX7" fmla="*/ 7094483 w 7526908"/>
                        <a:gd name="connsiteY7" fmla="*/ 90088 h 699119"/>
                        <a:gd name="connsiteX8" fmla="*/ 7526908 w 7526908"/>
                        <a:gd name="connsiteY8" fmla="*/ 0 h 699119"/>
                        <a:gd name="connsiteX9" fmla="*/ 7526908 w 7526908"/>
                        <a:gd name="connsiteY9" fmla="*/ 0 h 6991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526908" h="699119">
                          <a:moveTo>
                            <a:pt x="0" y="207204"/>
                          </a:moveTo>
                          <a:cubicBezTo>
                            <a:pt x="343088" y="320190"/>
                            <a:pt x="686176" y="433176"/>
                            <a:pt x="1130613" y="513505"/>
                          </a:cubicBezTo>
                          <a:cubicBezTo>
                            <a:pt x="1575051" y="593834"/>
                            <a:pt x="2188404" y="664404"/>
                            <a:pt x="2666625" y="689178"/>
                          </a:cubicBezTo>
                          <a:cubicBezTo>
                            <a:pt x="3144846" y="713952"/>
                            <a:pt x="3596790" y="687676"/>
                            <a:pt x="3999937" y="662151"/>
                          </a:cubicBezTo>
                          <a:cubicBezTo>
                            <a:pt x="4403084" y="636626"/>
                            <a:pt x="4740916" y="592332"/>
                            <a:pt x="5085505" y="536027"/>
                          </a:cubicBezTo>
                          <a:cubicBezTo>
                            <a:pt x="5430094" y="479722"/>
                            <a:pt x="5800960" y="388132"/>
                            <a:pt x="6067472" y="324319"/>
                          </a:cubicBezTo>
                          <a:cubicBezTo>
                            <a:pt x="6333984" y="260506"/>
                            <a:pt x="6513411" y="192188"/>
                            <a:pt x="6684579" y="153150"/>
                          </a:cubicBezTo>
                          <a:cubicBezTo>
                            <a:pt x="6855747" y="114112"/>
                            <a:pt x="6954095" y="115613"/>
                            <a:pt x="7094483" y="90088"/>
                          </a:cubicBezTo>
                          <a:cubicBezTo>
                            <a:pt x="7234871" y="64563"/>
                            <a:pt x="7526908" y="0"/>
                            <a:pt x="7526908" y="0"/>
                          </a:cubicBezTo>
                          <a:lnTo>
                            <a:pt x="7526908" y="0"/>
                          </a:lnTo>
                        </a:path>
                      </a:pathLst>
                    </a:cu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9FA0640-A725-19DB-1EEF-1EA1643F7620}"/>
                    </a:ext>
                  </a:extLst>
                </p14:cNvPr>
                <p14:cNvContentPartPr/>
                <p14:nvPr/>
              </p14:nvContentPartPr>
              <p14:xfrm>
                <a:off x="2679916" y="291254"/>
                <a:ext cx="7360200" cy="646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DA5C470-6801-C9EE-EC5C-BE90BF4878B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99990" y="-33470"/>
                  <a:ext cx="7519732" cy="12949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62BA5FC-0CA6-993C-13F5-36162A3F5CEC}"/>
                    </a:ext>
                  </a:extLst>
                </p14:cNvPr>
                <p14:cNvContentPartPr/>
                <p14:nvPr/>
              </p14:nvContentPartPr>
              <p14:xfrm>
                <a:off x="2679913" y="490695"/>
                <a:ext cx="9179127" cy="353527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62BA5FC-0CA6-993C-13F5-36162A3F5CE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899375" y="3743"/>
                  <a:ext cx="10737081" cy="132645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17B4A61-DAEC-A935-AA52-EB33EAAF602C}"/>
              </a:ext>
            </a:extLst>
          </p:cNvPr>
          <p:cNvGrpSpPr/>
          <p:nvPr/>
        </p:nvGrpSpPr>
        <p:grpSpPr>
          <a:xfrm>
            <a:off x="9323328" y="4655803"/>
            <a:ext cx="1963086" cy="423893"/>
            <a:chOff x="3657600" y="1958801"/>
            <a:chExt cx="5432866" cy="511746"/>
          </a:xfrm>
        </p:grpSpPr>
        <p:sp>
          <p:nvSpPr>
            <p:cNvPr id="143" name="Freeform: Shape 65">
              <a:extLst>
                <a:ext uri="{FF2B5EF4-FFF2-40B4-BE49-F238E27FC236}">
                  <a16:creationId xmlns:a16="http://schemas.microsoft.com/office/drawing/2014/main" id="{3D45284E-024E-342B-6C76-959A041C6134}"/>
                </a:ext>
              </a:extLst>
            </p:cNvPr>
            <p:cNvSpPr/>
            <p:nvPr/>
          </p:nvSpPr>
          <p:spPr>
            <a:xfrm>
              <a:off x="3657600" y="1981885"/>
              <a:ext cx="5355968" cy="488662"/>
            </a:xfrm>
            <a:custGeom>
              <a:avLst/>
              <a:gdLst>
                <a:gd name="connsiteX0" fmla="*/ 0 w 5053974"/>
                <a:gd name="connsiteY0" fmla="*/ 23173 h 543300"/>
                <a:gd name="connsiteX1" fmla="*/ 837825 w 5053974"/>
                <a:gd name="connsiteY1" fmla="*/ 284430 h 543300"/>
                <a:gd name="connsiteX2" fmla="*/ 1310790 w 5053974"/>
                <a:gd name="connsiteY2" fmla="*/ 406050 h 543300"/>
                <a:gd name="connsiteX3" fmla="*/ 1441419 w 5053974"/>
                <a:gd name="connsiteY3" fmla="*/ 221368 h 543300"/>
                <a:gd name="connsiteX4" fmla="*/ 1603578 w 5053974"/>
                <a:gd name="connsiteY4" fmla="*/ 90739 h 543300"/>
                <a:gd name="connsiteX5" fmla="*/ 1698171 w 5053974"/>
                <a:gd name="connsiteY5" fmla="*/ 248394 h 543300"/>
                <a:gd name="connsiteX6" fmla="*/ 1806278 w 5053974"/>
                <a:gd name="connsiteY6" fmla="*/ 370014 h 543300"/>
                <a:gd name="connsiteX7" fmla="*/ 2045013 w 5053974"/>
                <a:gd name="connsiteY7" fmla="*/ 311456 h 543300"/>
                <a:gd name="connsiteX8" fmla="*/ 2247712 w 5053974"/>
                <a:gd name="connsiteY8" fmla="*/ 113261 h 543300"/>
                <a:gd name="connsiteX9" fmla="*/ 2382845 w 5053974"/>
                <a:gd name="connsiteY9" fmla="*/ 230377 h 543300"/>
                <a:gd name="connsiteX10" fmla="*/ 2468430 w 5053974"/>
                <a:gd name="connsiteY10" fmla="*/ 379023 h 543300"/>
                <a:gd name="connsiteX11" fmla="*/ 2999953 w 5053974"/>
                <a:gd name="connsiteY11" fmla="*/ 541183 h 543300"/>
                <a:gd name="connsiteX12" fmla="*/ 3549494 w 5053974"/>
                <a:gd name="connsiteY12" fmla="*/ 257403 h 543300"/>
                <a:gd name="connsiteX13" fmla="*/ 3779220 w 5053974"/>
                <a:gd name="connsiteY13" fmla="*/ 149297 h 543300"/>
                <a:gd name="connsiteX14" fmla="*/ 4387318 w 5053974"/>
                <a:gd name="connsiteY14" fmla="*/ 288934 h 543300"/>
                <a:gd name="connsiteX15" fmla="*/ 4585513 w 5053974"/>
                <a:gd name="connsiteY15" fmla="*/ 162810 h 543300"/>
                <a:gd name="connsiteX16" fmla="*/ 4851275 w 5053974"/>
                <a:gd name="connsiteY16" fmla="*/ 45695 h 543300"/>
                <a:gd name="connsiteX17" fmla="*/ 5004426 w 5053974"/>
                <a:gd name="connsiteY17" fmla="*/ 651 h 543300"/>
                <a:gd name="connsiteX18" fmla="*/ 5053974 w 5053974"/>
                <a:gd name="connsiteY18" fmla="*/ 23173 h 54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053974" h="543300">
                  <a:moveTo>
                    <a:pt x="0" y="23173"/>
                  </a:moveTo>
                  <a:lnTo>
                    <a:pt x="837825" y="284430"/>
                  </a:lnTo>
                  <a:cubicBezTo>
                    <a:pt x="1056290" y="348243"/>
                    <a:pt x="1210191" y="416560"/>
                    <a:pt x="1310790" y="406050"/>
                  </a:cubicBezTo>
                  <a:cubicBezTo>
                    <a:pt x="1411389" y="395540"/>
                    <a:pt x="1392621" y="273920"/>
                    <a:pt x="1441419" y="221368"/>
                  </a:cubicBezTo>
                  <a:cubicBezTo>
                    <a:pt x="1490217" y="168816"/>
                    <a:pt x="1560786" y="86235"/>
                    <a:pt x="1603578" y="90739"/>
                  </a:cubicBezTo>
                  <a:cubicBezTo>
                    <a:pt x="1646370" y="95243"/>
                    <a:pt x="1664388" y="201848"/>
                    <a:pt x="1698171" y="248394"/>
                  </a:cubicBezTo>
                  <a:cubicBezTo>
                    <a:pt x="1731954" y="294940"/>
                    <a:pt x="1748471" y="359504"/>
                    <a:pt x="1806278" y="370014"/>
                  </a:cubicBezTo>
                  <a:cubicBezTo>
                    <a:pt x="1864085" y="380524"/>
                    <a:pt x="1971441" y="354248"/>
                    <a:pt x="2045013" y="311456"/>
                  </a:cubicBezTo>
                  <a:cubicBezTo>
                    <a:pt x="2118585" y="268664"/>
                    <a:pt x="2191407" y="126774"/>
                    <a:pt x="2247712" y="113261"/>
                  </a:cubicBezTo>
                  <a:cubicBezTo>
                    <a:pt x="2304017" y="99748"/>
                    <a:pt x="2346059" y="186083"/>
                    <a:pt x="2382845" y="230377"/>
                  </a:cubicBezTo>
                  <a:cubicBezTo>
                    <a:pt x="2419631" y="274671"/>
                    <a:pt x="2365579" y="327222"/>
                    <a:pt x="2468430" y="379023"/>
                  </a:cubicBezTo>
                  <a:cubicBezTo>
                    <a:pt x="2571281" y="430824"/>
                    <a:pt x="2819776" y="561453"/>
                    <a:pt x="2999953" y="541183"/>
                  </a:cubicBezTo>
                  <a:cubicBezTo>
                    <a:pt x="3180130" y="520913"/>
                    <a:pt x="3419616" y="322717"/>
                    <a:pt x="3549494" y="257403"/>
                  </a:cubicBezTo>
                  <a:cubicBezTo>
                    <a:pt x="3679372" y="192089"/>
                    <a:pt x="3639583" y="144042"/>
                    <a:pt x="3779220" y="149297"/>
                  </a:cubicBezTo>
                  <a:cubicBezTo>
                    <a:pt x="3918857" y="154552"/>
                    <a:pt x="4252936" y="286682"/>
                    <a:pt x="4387318" y="288934"/>
                  </a:cubicBezTo>
                  <a:cubicBezTo>
                    <a:pt x="4521700" y="291186"/>
                    <a:pt x="4508187" y="203350"/>
                    <a:pt x="4585513" y="162810"/>
                  </a:cubicBezTo>
                  <a:cubicBezTo>
                    <a:pt x="4662839" y="122270"/>
                    <a:pt x="4781456" y="72721"/>
                    <a:pt x="4851275" y="45695"/>
                  </a:cubicBezTo>
                  <a:cubicBezTo>
                    <a:pt x="4921094" y="18669"/>
                    <a:pt x="4970643" y="4405"/>
                    <a:pt x="5004426" y="651"/>
                  </a:cubicBezTo>
                  <a:cubicBezTo>
                    <a:pt x="5038209" y="-3103"/>
                    <a:pt x="5046091" y="10035"/>
                    <a:pt x="5053974" y="23173"/>
                  </a:cubicBezTo>
                </a:path>
              </a:pathLst>
            </a:cu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Freeform: Shape 66">
              <a:extLst>
                <a:ext uri="{FF2B5EF4-FFF2-40B4-BE49-F238E27FC236}">
                  <a16:creationId xmlns:a16="http://schemas.microsoft.com/office/drawing/2014/main" id="{971FDFEC-DA7C-61E5-29A3-3190CA452934}"/>
                </a:ext>
              </a:extLst>
            </p:cNvPr>
            <p:cNvSpPr/>
            <p:nvPr/>
          </p:nvSpPr>
          <p:spPr>
            <a:xfrm>
              <a:off x="3734498" y="1981885"/>
              <a:ext cx="5279070" cy="284508"/>
            </a:xfrm>
            <a:custGeom>
              <a:avLst/>
              <a:gdLst>
                <a:gd name="connsiteX0" fmla="*/ 0 w 5005649"/>
                <a:gd name="connsiteY0" fmla="*/ 0 h 853152"/>
                <a:gd name="connsiteX1" fmla="*/ 409904 w 5005649"/>
                <a:gd name="connsiteY1" fmla="*/ 144142 h 853152"/>
                <a:gd name="connsiteX2" fmla="*/ 662152 w 5005649"/>
                <a:gd name="connsiteY2" fmla="*/ 76575 h 853152"/>
                <a:gd name="connsiteX3" fmla="*/ 887374 w 5005649"/>
                <a:gd name="connsiteY3" fmla="*/ 166664 h 853152"/>
                <a:gd name="connsiteX4" fmla="*/ 891878 w 5005649"/>
                <a:gd name="connsiteY4" fmla="*/ 360354 h 853152"/>
                <a:gd name="connsiteX5" fmla="*/ 1387366 w 5005649"/>
                <a:gd name="connsiteY5" fmla="*/ 405399 h 853152"/>
                <a:gd name="connsiteX6" fmla="*/ 1630605 w 5005649"/>
                <a:gd name="connsiteY6" fmla="*/ 297292 h 853152"/>
                <a:gd name="connsiteX7" fmla="*/ 2049518 w 5005649"/>
                <a:gd name="connsiteY7" fmla="*/ 81080 h 853152"/>
                <a:gd name="connsiteX8" fmla="*/ 2238704 w 5005649"/>
                <a:gd name="connsiteY8" fmla="*/ 414408 h 853152"/>
                <a:gd name="connsiteX9" fmla="*/ 2779236 w 5005649"/>
                <a:gd name="connsiteY9" fmla="*/ 319815 h 853152"/>
                <a:gd name="connsiteX10" fmla="*/ 2999953 w 5005649"/>
                <a:gd name="connsiteY10" fmla="*/ 189186 h 853152"/>
                <a:gd name="connsiteX11" fmla="*/ 3193644 w 5005649"/>
                <a:gd name="connsiteY11" fmla="*/ 216213 h 853152"/>
                <a:gd name="connsiteX12" fmla="*/ 3774716 w 5005649"/>
                <a:gd name="connsiteY12" fmla="*/ 423416 h 853152"/>
                <a:gd name="connsiteX13" fmla="*/ 4414345 w 5005649"/>
                <a:gd name="connsiteY13" fmla="*/ 499992 h 853152"/>
                <a:gd name="connsiteX14" fmla="*/ 4837762 w 5005649"/>
                <a:gd name="connsiteY14" fmla="*/ 810798 h 853152"/>
                <a:gd name="connsiteX15" fmla="*/ 4990913 w 5005649"/>
                <a:gd name="connsiteY15" fmla="*/ 851338 h 853152"/>
                <a:gd name="connsiteX16" fmla="*/ 4990913 w 5005649"/>
                <a:gd name="connsiteY16" fmla="*/ 842329 h 853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005649" h="853152">
                  <a:moveTo>
                    <a:pt x="0" y="0"/>
                  </a:moveTo>
                  <a:cubicBezTo>
                    <a:pt x="149772" y="65690"/>
                    <a:pt x="299545" y="131380"/>
                    <a:pt x="409904" y="144142"/>
                  </a:cubicBezTo>
                  <a:cubicBezTo>
                    <a:pt x="520263" y="156904"/>
                    <a:pt x="582574" y="72821"/>
                    <a:pt x="662152" y="76575"/>
                  </a:cubicBezTo>
                  <a:cubicBezTo>
                    <a:pt x="741730" y="80329"/>
                    <a:pt x="849086" y="119368"/>
                    <a:pt x="887374" y="166664"/>
                  </a:cubicBezTo>
                  <a:cubicBezTo>
                    <a:pt x="925662" y="213961"/>
                    <a:pt x="808546" y="320565"/>
                    <a:pt x="891878" y="360354"/>
                  </a:cubicBezTo>
                  <a:cubicBezTo>
                    <a:pt x="975210" y="400143"/>
                    <a:pt x="1264245" y="415909"/>
                    <a:pt x="1387366" y="405399"/>
                  </a:cubicBezTo>
                  <a:cubicBezTo>
                    <a:pt x="1510487" y="394889"/>
                    <a:pt x="1520246" y="351345"/>
                    <a:pt x="1630605" y="297292"/>
                  </a:cubicBezTo>
                  <a:cubicBezTo>
                    <a:pt x="1740964" y="243239"/>
                    <a:pt x="1948168" y="61561"/>
                    <a:pt x="2049518" y="81080"/>
                  </a:cubicBezTo>
                  <a:cubicBezTo>
                    <a:pt x="2150868" y="100599"/>
                    <a:pt x="2117084" y="374619"/>
                    <a:pt x="2238704" y="414408"/>
                  </a:cubicBezTo>
                  <a:cubicBezTo>
                    <a:pt x="2360324" y="454197"/>
                    <a:pt x="2652361" y="357352"/>
                    <a:pt x="2779236" y="319815"/>
                  </a:cubicBezTo>
                  <a:cubicBezTo>
                    <a:pt x="2906111" y="282278"/>
                    <a:pt x="2930885" y="206453"/>
                    <a:pt x="2999953" y="189186"/>
                  </a:cubicBezTo>
                  <a:cubicBezTo>
                    <a:pt x="3069021" y="171919"/>
                    <a:pt x="3064517" y="177175"/>
                    <a:pt x="3193644" y="216213"/>
                  </a:cubicBezTo>
                  <a:cubicBezTo>
                    <a:pt x="3322771" y="255251"/>
                    <a:pt x="3571266" y="376120"/>
                    <a:pt x="3774716" y="423416"/>
                  </a:cubicBezTo>
                  <a:cubicBezTo>
                    <a:pt x="3978166" y="470712"/>
                    <a:pt x="4237171" y="435428"/>
                    <a:pt x="4414345" y="499992"/>
                  </a:cubicBezTo>
                  <a:cubicBezTo>
                    <a:pt x="4591519" y="564556"/>
                    <a:pt x="4741667" y="752240"/>
                    <a:pt x="4837762" y="810798"/>
                  </a:cubicBezTo>
                  <a:cubicBezTo>
                    <a:pt x="4933857" y="869356"/>
                    <a:pt x="4965388" y="846083"/>
                    <a:pt x="4990913" y="851338"/>
                  </a:cubicBezTo>
                  <a:cubicBezTo>
                    <a:pt x="5016438" y="856593"/>
                    <a:pt x="5003675" y="849461"/>
                    <a:pt x="4990913" y="842329"/>
                  </a:cubicBezTo>
                </a:path>
              </a:pathLst>
            </a:cu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Freeform: Shape 67">
              <a:extLst>
                <a:ext uri="{FF2B5EF4-FFF2-40B4-BE49-F238E27FC236}">
                  <a16:creationId xmlns:a16="http://schemas.microsoft.com/office/drawing/2014/main" id="{2BDA0FD4-2B5F-2668-7209-37DE2F0FD0DF}"/>
                </a:ext>
              </a:extLst>
            </p:cNvPr>
            <p:cNvSpPr/>
            <p:nvPr/>
          </p:nvSpPr>
          <p:spPr>
            <a:xfrm>
              <a:off x="3682431" y="1958801"/>
              <a:ext cx="5408035" cy="284508"/>
            </a:xfrm>
            <a:custGeom>
              <a:avLst/>
              <a:gdLst>
                <a:gd name="connsiteX0" fmla="*/ 0 w 4972895"/>
                <a:gd name="connsiteY0" fmla="*/ 76642 h 578323"/>
                <a:gd name="connsiteX1" fmla="*/ 486479 w 4972895"/>
                <a:gd name="connsiteY1" fmla="*/ 234297 h 578323"/>
                <a:gd name="connsiteX2" fmla="*/ 837825 w 4972895"/>
                <a:gd name="connsiteY2" fmla="*/ 297359 h 578323"/>
                <a:gd name="connsiteX3" fmla="*/ 1193675 w 4972895"/>
                <a:gd name="connsiteY3" fmla="*/ 117182 h 578323"/>
                <a:gd name="connsiteX4" fmla="*/ 1572048 w 4972895"/>
                <a:gd name="connsiteY4" fmla="*/ 58624 h 578323"/>
                <a:gd name="connsiteX5" fmla="*/ 1896367 w 4972895"/>
                <a:gd name="connsiteY5" fmla="*/ 270333 h 578323"/>
                <a:gd name="connsiteX6" fmla="*/ 2013482 w 4972895"/>
                <a:gd name="connsiteY6" fmla="*/ 513572 h 578323"/>
                <a:gd name="connsiteX7" fmla="*/ 2635094 w 4972895"/>
                <a:gd name="connsiteY7" fmla="*/ 301864 h 578323"/>
                <a:gd name="connsiteX8" fmla="*/ 2887342 w 4972895"/>
                <a:gd name="connsiteY8" fmla="*/ 67 h 578323"/>
                <a:gd name="connsiteX9" fmla="*/ 3252201 w 4972895"/>
                <a:gd name="connsiteY9" fmla="*/ 328890 h 578323"/>
                <a:gd name="connsiteX10" fmla="*/ 3513458 w 4972895"/>
                <a:gd name="connsiteY10" fmla="*/ 527085 h 578323"/>
                <a:gd name="connsiteX11" fmla="*/ 3900840 w 4972895"/>
                <a:gd name="connsiteY11" fmla="*/ 558616 h 578323"/>
                <a:gd name="connsiteX12" fmla="*/ 4076513 w 4972895"/>
                <a:gd name="connsiteY12" fmla="*/ 265828 h 578323"/>
                <a:gd name="connsiteX13" fmla="*/ 4513443 w 4972895"/>
                <a:gd name="connsiteY13" fmla="*/ 310873 h 578323"/>
                <a:gd name="connsiteX14" fmla="*/ 4851275 w 4972895"/>
                <a:gd name="connsiteY14" fmla="*/ 342404 h 578323"/>
                <a:gd name="connsiteX15" fmla="*/ 4972895 w 4972895"/>
                <a:gd name="connsiteY15" fmla="*/ 378439 h 578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72895" h="578323">
                  <a:moveTo>
                    <a:pt x="0" y="76642"/>
                  </a:moveTo>
                  <a:cubicBezTo>
                    <a:pt x="173421" y="137076"/>
                    <a:pt x="346842" y="197511"/>
                    <a:pt x="486479" y="234297"/>
                  </a:cubicBezTo>
                  <a:cubicBezTo>
                    <a:pt x="626116" y="271083"/>
                    <a:pt x="719959" y="316878"/>
                    <a:pt x="837825" y="297359"/>
                  </a:cubicBezTo>
                  <a:cubicBezTo>
                    <a:pt x="955691" y="277840"/>
                    <a:pt x="1071305" y="156971"/>
                    <a:pt x="1193675" y="117182"/>
                  </a:cubicBezTo>
                  <a:cubicBezTo>
                    <a:pt x="1316046" y="77393"/>
                    <a:pt x="1454933" y="33099"/>
                    <a:pt x="1572048" y="58624"/>
                  </a:cubicBezTo>
                  <a:cubicBezTo>
                    <a:pt x="1689163" y="84149"/>
                    <a:pt x="1822795" y="194508"/>
                    <a:pt x="1896367" y="270333"/>
                  </a:cubicBezTo>
                  <a:cubicBezTo>
                    <a:pt x="1969939" y="346158"/>
                    <a:pt x="1890361" y="508317"/>
                    <a:pt x="2013482" y="513572"/>
                  </a:cubicBezTo>
                  <a:cubicBezTo>
                    <a:pt x="2136603" y="518827"/>
                    <a:pt x="2489451" y="387448"/>
                    <a:pt x="2635094" y="301864"/>
                  </a:cubicBezTo>
                  <a:cubicBezTo>
                    <a:pt x="2780737" y="216280"/>
                    <a:pt x="2784491" y="-4437"/>
                    <a:pt x="2887342" y="67"/>
                  </a:cubicBezTo>
                  <a:cubicBezTo>
                    <a:pt x="2990193" y="4571"/>
                    <a:pt x="3147848" y="241054"/>
                    <a:pt x="3252201" y="328890"/>
                  </a:cubicBezTo>
                  <a:cubicBezTo>
                    <a:pt x="3356554" y="416726"/>
                    <a:pt x="3405351" y="488797"/>
                    <a:pt x="3513458" y="527085"/>
                  </a:cubicBezTo>
                  <a:cubicBezTo>
                    <a:pt x="3621565" y="565373"/>
                    <a:pt x="3806998" y="602159"/>
                    <a:pt x="3900840" y="558616"/>
                  </a:cubicBezTo>
                  <a:cubicBezTo>
                    <a:pt x="3994682" y="515073"/>
                    <a:pt x="3974413" y="307118"/>
                    <a:pt x="4076513" y="265828"/>
                  </a:cubicBezTo>
                  <a:cubicBezTo>
                    <a:pt x="4178613" y="224538"/>
                    <a:pt x="4513443" y="310873"/>
                    <a:pt x="4513443" y="310873"/>
                  </a:cubicBezTo>
                  <a:cubicBezTo>
                    <a:pt x="4642570" y="323636"/>
                    <a:pt x="4774700" y="331143"/>
                    <a:pt x="4851275" y="342404"/>
                  </a:cubicBezTo>
                  <a:cubicBezTo>
                    <a:pt x="4927850" y="353665"/>
                    <a:pt x="4950372" y="366052"/>
                    <a:pt x="4972895" y="378439"/>
                  </a:cubicBez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F2B1F463-7074-20CB-736A-67B865135864}"/>
              </a:ext>
            </a:extLst>
          </p:cNvPr>
          <p:cNvGrpSpPr/>
          <p:nvPr/>
        </p:nvGrpSpPr>
        <p:grpSpPr>
          <a:xfrm>
            <a:off x="11286413" y="4672677"/>
            <a:ext cx="627053" cy="102523"/>
            <a:chOff x="2626084" y="291254"/>
            <a:chExt cx="7526908" cy="708260"/>
          </a:xfrm>
        </p:grpSpPr>
        <p:sp>
          <p:nvSpPr>
            <p:cNvPr id="151" name="Freeform: Shape 29">
              <a:extLst>
                <a:ext uri="{FF2B5EF4-FFF2-40B4-BE49-F238E27FC236}">
                  <a16:creationId xmlns:a16="http://schemas.microsoft.com/office/drawing/2014/main" id="{3ECADCC2-8BB8-A466-8080-F5A01C3F9368}"/>
                </a:ext>
              </a:extLst>
            </p:cNvPr>
            <p:cNvSpPr/>
            <p:nvPr/>
          </p:nvSpPr>
          <p:spPr>
            <a:xfrm>
              <a:off x="2626084" y="300395"/>
              <a:ext cx="7526908" cy="699119"/>
            </a:xfrm>
            <a:custGeom>
              <a:avLst/>
              <a:gdLst>
                <a:gd name="connsiteX0" fmla="*/ 0 w 627053"/>
                <a:gd name="connsiteY0" fmla="*/ 29993 h 101200"/>
                <a:gd name="connsiteX1" fmla="*/ 94189 w 627053"/>
                <a:gd name="connsiteY1" fmla="*/ 74331 h 101200"/>
                <a:gd name="connsiteX2" fmla="*/ 222151 w 627053"/>
                <a:gd name="connsiteY2" fmla="*/ 99761 h 101200"/>
                <a:gd name="connsiteX3" fmla="*/ 333227 w 627053"/>
                <a:gd name="connsiteY3" fmla="*/ 95848 h 101200"/>
                <a:gd name="connsiteX4" fmla="*/ 423664 w 627053"/>
                <a:gd name="connsiteY4" fmla="*/ 77591 h 101200"/>
                <a:gd name="connsiteX5" fmla="*/ 505470 w 627053"/>
                <a:gd name="connsiteY5" fmla="*/ 46946 h 101200"/>
                <a:gd name="connsiteX6" fmla="*/ 556880 w 627053"/>
                <a:gd name="connsiteY6" fmla="*/ 22169 h 101200"/>
                <a:gd name="connsiteX7" fmla="*/ 591028 w 627053"/>
                <a:gd name="connsiteY7" fmla="*/ 13040 h 101200"/>
                <a:gd name="connsiteX8" fmla="*/ 627053 w 627053"/>
                <a:gd name="connsiteY8" fmla="*/ 0 h 101200"/>
                <a:gd name="connsiteX9" fmla="*/ 627053 w 627053"/>
                <a:gd name="connsiteY9" fmla="*/ 0 h 10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7053" h="101200" extrusionOk="0">
                  <a:moveTo>
                    <a:pt x="0" y="29993"/>
                  </a:moveTo>
                  <a:cubicBezTo>
                    <a:pt x="25804" y="44635"/>
                    <a:pt x="54231" y="63804"/>
                    <a:pt x="94189" y="74331"/>
                  </a:cubicBezTo>
                  <a:cubicBezTo>
                    <a:pt x="138298" y="87450"/>
                    <a:pt x="179634" y="96259"/>
                    <a:pt x="222151" y="99761"/>
                  </a:cubicBezTo>
                  <a:cubicBezTo>
                    <a:pt x="258791" y="106472"/>
                    <a:pt x="299062" y="102750"/>
                    <a:pt x="333227" y="95848"/>
                  </a:cubicBezTo>
                  <a:cubicBezTo>
                    <a:pt x="363274" y="90217"/>
                    <a:pt x="399213" y="87775"/>
                    <a:pt x="423664" y="77591"/>
                  </a:cubicBezTo>
                  <a:cubicBezTo>
                    <a:pt x="452974" y="69513"/>
                    <a:pt x="484427" y="53795"/>
                    <a:pt x="505470" y="46946"/>
                  </a:cubicBezTo>
                  <a:cubicBezTo>
                    <a:pt x="525581" y="37389"/>
                    <a:pt x="540797" y="29535"/>
                    <a:pt x="556880" y="22169"/>
                  </a:cubicBezTo>
                  <a:cubicBezTo>
                    <a:pt x="571030" y="15476"/>
                    <a:pt x="579110" y="17044"/>
                    <a:pt x="591028" y="13040"/>
                  </a:cubicBezTo>
                  <a:cubicBezTo>
                    <a:pt x="602723" y="9345"/>
                    <a:pt x="627053" y="0"/>
                    <a:pt x="627053" y="0"/>
                  </a:cubicBezTo>
                  <a:lnTo>
                    <a:pt x="627053" y="0"/>
                  </a:lnTo>
                </a:path>
              </a:pathLst>
            </a:custGeom>
            <a:noFill/>
            <a:ln w="38100"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7526908"/>
                        <a:gd name="connsiteY0" fmla="*/ 207204 h 699119"/>
                        <a:gd name="connsiteX1" fmla="*/ 1130613 w 7526908"/>
                        <a:gd name="connsiteY1" fmla="*/ 513505 h 699119"/>
                        <a:gd name="connsiteX2" fmla="*/ 2666625 w 7526908"/>
                        <a:gd name="connsiteY2" fmla="*/ 689178 h 699119"/>
                        <a:gd name="connsiteX3" fmla="*/ 3999937 w 7526908"/>
                        <a:gd name="connsiteY3" fmla="*/ 662151 h 699119"/>
                        <a:gd name="connsiteX4" fmla="*/ 5085505 w 7526908"/>
                        <a:gd name="connsiteY4" fmla="*/ 536027 h 699119"/>
                        <a:gd name="connsiteX5" fmla="*/ 6067472 w 7526908"/>
                        <a:gd name="connsiteY5" fmla="*/ 324319 h 699119"/>
                        <a:gd name="connsiteX6" fmla="*/ 6684579 w 7526908"/>
                        <a:gd name="connsiteY6" fmla="*/ 153150 h 699119"/>
                        <a:gd name="connsiteX7" fmla="*/ 7094483 w 7526908"/>
                        <a:gd name="connsiteY7" fmla="*/ 90088 h 699119"/>
                        <a:gd name="connsiteX8" fmla="*/ 7526908 w 7526908"/>
                        <a:gd name="connsiteY8" fmla="*/ 0 h 699119"/>
                        <a:gd name="connsiteX9" fmla="*/ 7526908 w 7526908"/>
                        <a:gd name="connsiteY9" fmla="*/ 0 h 6991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526908" h="699119">
                          <a:moveTo>
                            <a:pt x="0" y="207204"/>
                          </a:moveTo>
                          <a:cubicBezTo>
                            <a:pt x="343088" y="320190"/>
                            <a:pt x="686176" y="433176"/>
                            <a:pt x="1130613" y="513505"/>
                          </a:cubicBezTo>
                          <a:cubicBezTo>
                            <a:pt x="1575051" y="593834"/>
                            <a:pt x="2188404" y="664404"/>
                            <a:pt x="2666625" y="689178"/>
                          </a:cubicBezTo>
                          <a:cubicBezTo>
                            <a:pt x="3144846" y="713952"/>
                            <a:pt x="3596790" y="687676"/>
                            <a:pt x="3999937" y="662151"/>
                          </a:cubicBezTo>
                          <a:cubicBezTo>
                            <a:pt x="4403084" y="636626"/>
                            <a:pt x="4740916" y="592332"/>
                            <a:pt x="5085505" y="536027"/>
                          </a:cubicBezTo>
                          <a:cubicBezTo>
                            <a:pt x="5430094" y="479722"/>
                            <a:pt x="5800960" y="388132"/>
                            <a:pt x="6067472" y="324319"/>
                          </a:cubicBezTo>
                          <a:cubicBezTo>
                            <a:pt x="6333984" y="260506"/>
                            <a:pt x="6513411" y="192188"/>
                            <a:pt x="6684579" y="153150"/>
                          </a:cubicBezTo>
                          <a:cubicBezTo>
                            <a:pt x="6855747" y="114112"/>
                            <a:pt x="6954095" y="115613"/>
                            <a:pt x="7094483" y="90088"/>
                          </a:cubicBezTo>
                          <a:cubicBezTo>
                            <a:pt x="7234871" y="64563"/>
                            <a:pt x="7526908" y="0"/>
                            <a:pt x="7526908" y="0"/>
                          </a:cubicBezTo>
                          <a:lnTo>
                            <a:pt x="7526908" y="0"/>
                          </a:lnTo>
                        </a:path>
                      </a:pathLst>
                    </a:cu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F4E3F51-C62C-8F32-48E1-D8A58D3F509C}"/>
                    </a:ext>
                  </a:extLst>
                </p14:cNvPr>
                <p14:cNvContentPartPr/>
                <p14:nvPr/>
              </p14:nvContentPartPr>
              <p14:xfrm>
                <a:off x="2679916" y="291254"/>
                <a:ext cx="7360200" cy="646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DA5C470-6801-C9EE-EC5C-BE90BF4878B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99990" y="-33470"/>
                  <a:ext cx="7519732" cy="12949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C097A8F-2304-BDCF-6EF2-EB7A033A7D80}"/>
                    </a:ext>
                  </a:extLst>
                </p14:cNvPr>
                <p14:cNvContentPartPr/>
                <p14:nvPr/>
              </p14:nvContentPartPr>
              <p14:xfrm>
                <a:off x="2679913" y="490697"/>
                <a:ext cx="7250397" cy="279243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C097A8F-2304-BDCF-6EF2-EB7A033A7D8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600342" y="-744891"/>
                  <a:ext cx="9405220" cy="2747949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3DE5357C-2D5E-AC6C-353F-B9A31AA69299}"/>
              </a:ext>
            </a:extLst>
          </p:cNvPr>
          <p:cNvSpPr txBox="1"/>
          <p:nvPr/>
        </p:nvSpPr>
        <p:spPr>
          <a:xfrm>
            <a:off x="248561" y="3985462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Observed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03323156-A377-9C2C-4863-881E2FF8B364}"/>
              </a:ext>
            </a:extLst>
          </p:cNvPr>
          <p:cNvSpPr txBox="1"/>
          <p:nvPr/>
        </p:nvSpPr>
        <p:spPr>
          <a:xfrm>
            <a:off x="4980889" y="0"/>
            <a:ext cx="1972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6-month forecast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D92ACA62-0239-5B65-22F5-7D9976289C93}"/>
              </a:ext>
            </a:extLst>
          </p:cNvPr>
          <p:cNvSpPr txBox="1"/>
          <p:nvPr/>
        </p:nvSpPr>
        <p:spPr>
          <a:xfrm>
            <a:off x="9377202" y="-1377"/>
            <a:ext cx="1934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Long-term mean</a:t>
            </a:r>
          </a:p>
        </p:txBody>
      </p:sp>
      <p:pic>
        <p:nvPicPr>
          <p:cNvPr id="176" name="Graphic 175" descr="Frangipani with solid fill">
            <a:extLst>
              <a:ext uri="{FF2B5EF4-FFF2-40B4-BE49-F238E27FC236}">
                <a16:creationId xmlns:a16="http://schemas.microsoft.com/office/drawing/2014/main" id="{E8C1E556-8937-8BD3-6867-1773ACCE211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744978" y="3566831"/>
            <a:ext cx="720000" cy="720000"/>
          </a:xfrm>
          <a:prstGeom prst="rect">
            <a:avLst/>
          </a:prstGeom>
        </p:spPr>
      </p:pic>
      <p:pic>
        <p:nvPicPr>
          <p:cNvPr id="177" name="Graphic 176" descr="Frangipani with solid fill">
            <a:extLst>
              <a:ext uri="{FF2B5EF4-FFF2-40B4-BE49-F238E27FC236}">
                <a16:creationId xmlns:a16="http://schemas.microsoft.com/office/drawing/2014/main" id="{2607946C-DD8F-94AB-02A7-B73A76F48C4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236965" y="698703"/>
            <a:ext cx="720000" cy="720000"/>
          </a:xfrm>
          <a:prstGeom prst="rect">
            <a:avLst/>
          </a:prstGeom>
        </p:spPr>
      </p:pic>
      <p:pic>
        <p:nvPicPr>
          <p:cNvPr id="178" name="Graphic 177" descr="Frangipani with solid fill">
            <a:extLst>
              <a:ext uri="{FF2B5EF4-FFF2-40B4-BE49-F238E27FC236}">
                <a16:creationId xmlns:a16="http://schemas.microsoft.com/office/drawing/2014/main" id="{540CB8C9-8CA8-A540-3EE6-A245BA189BE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008956" y="268903"/>
            <a:ext cx="720000" cy="720000"/>
          </a:xfrm>
          <a:prstGeom prst="rect">
            <a:avLst/>
          </a:prstGeom>
        </p:spPr>
      </p:pic>
      <p:pic>
        <p:nvPicPr>
          <p:cNvPr id="179" name="Graphic 178" descr="Frangipani with solid fill">
            <a:extLst>
              <a:ext uri="{FF2B5EF4-FFF2-40B4-BE49-F238E27FC236}">
                <a16:creationId xmlns:a16="http://schemas.microsoft.com/office/drawing/2014/main" id="{0650D5C2-2B82-48F2-0BED-C9AE1421F8AB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055935" y="2287140"/>
            <a:ext cx="720000" cy="720000"/>
          </a:xfrm>
          <a:prstGeom prst="rect">
            <a:avLst/>
          </a:prstGeom>
        </p:spPr>
      </p:pic>
      <p:pic>
        <p:nvPicPr>
          <p:cNvPr id="180" name="Graphic 179" descr="Frangipani with solid fill">
            <a:extLst>
              <a:ext uri="{FF2B5EF4-FFF2-40B4-BE49-F238E27FC236}">
                <a16:creationId xmlns:a16="http://schemas.microsoft.com/office/drawing/2014/main" id="{35BF39AE-0B95-0FAB-485E-D3FD3D8BF092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926414" y="2893294"/>
            <a:ext cx="720000" cy="720000"/>
          </a:xfrm>
          <a:prstGeom prst="rect">
            <a:avLst/>
          </a:prstGeom>
        </p:spPr>
      </p:pic>
      <p:pic>
        <p:nvPicPr>
          <p:cNvPr id="181" name="Graphic 180" descr="Frangipani with solid fill">
            <a:extLst>
              <a:ext uri="{FF2B5EF4-FFF2-40B4-BE49-F238E27FC236}">
                <a16:creationId xmlns:a16="http://schemas.microsoft.com/office/drawing/2014/main" id="{974CF8E6-8611-CA00-E7A3-AD1EF4FFD77C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9442030" y="4286487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02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166</Words>
  <Application>Microsoft Macintosh PowerPoint</Application>
  <PresentationFormat>Widescreen</PresentationFormat>
  <Paragraphs>102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Lars Caspersen</dc:creator>
  <cp:lastModifiedBy>sz moe</cp:lastModifiedBy>
  <cp:revision>3</cp:revision>
  <dcterms:created xsi:type="dcterms:W3CDTF">2025-07-07T09:33:13Z</dcterms:created>
  <dcterms:modified xsi:type="dcterms:W3CDTF">2025-09-15T22:25:52Z</dcterms:modified>
</cp:coreProperties>
</file>